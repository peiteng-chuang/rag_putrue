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diagrams/drawing2.xml" ContentType="application/vnd.ms-office.drawingml.diagramDrawing+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diagrams/quickStyle2.xml" ContentType="application/vnd.openxmlformats-officedocument.drawingml.diagramStyl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diagrams/quickStyle1.xml" ContentType="application/vnd.openxmlformats-officedocument.drawingml.diagramStyle+xml"/>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diagrams/layout2.xml" ContentType="application/vnd.openxmlformats-officedocument.drawingml.diagramLayout+xml"/>
  <Override PartName="/ppt/diagrams/layout1.xml" ContentType="application/vnd.openxmlformats-officedocument.drawingml.diagramLayout+xml"/>
  <Override PartName="/ppt/diagrams/data2.xml" ContentType="application/vnd.openxmlformats-officedocument.drawingml.diagramData+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diagrams/colors2.xml" ContentType="application/vnd.openxmlformats-officedocument.drawingml.diagramColors+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diagrams/drawing1.xml" ContentType="application/vnd.ms-office.drawingml.diagramDrawing+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82" r:id="rId2"/>
    <p:sldId id="294" r:id="rId3"/>
    <p:sldId id="295" r:id="rId4"/>
    <p:sldId id="293" r:id="rId5"/>
    <p:sldId id="299" r:id="rId6"/>
    <p:sldId id="305" r:id="rId7"/>
    <p:sldId id="304" r:id="rId8"/>
    <p:sldId id="306" r:id="rId9"/>
    <p:sldId id="297" r:id="rId10"/>
    <p:sldId id="298" r:id="rId11"/>
    <p:sldId id="300" r:id="rId12"/>
    <p:sldId id="301" r:id="rId13"/>
    <p:sldId id="302" r:id="rId14"/>
    <p:sldId id="303" r:id="rId15"/>
    <p:sldId id="286" r:id="rId16"/>
    <p:sldId id="288" r:id="rId17"/>
    <p:sldId id="289" r:id="rId18"/>
    <p:sldId id="285" r:id="rId19"/>
    <p:sldId id="291" r:id="rId20"/>
    <p:sldId id="292" r:id="rId21"/>
    <p:sldId id="287" r:id="rId22"/>
    <p:sldId id="290" r:id="rId23"/>
  </p:sldIdLst>
  <p:sldSz cx="9144000" cy="6858000" type="screen4x3"/>
  <p:notesSz cx="7099300" cy="10234613"/>
  <p:defaultTextStyle>
    <a:defPPr>
      <a:defRPr lang="zh-TW"/>
    </a:defPPr>
    <a:lvl1pPr algn="l" rtl="0" fontAlgn="base">
      <a:spcBef>
        <a:spcPct val="0"/>
      </a:spcBef>
      <a:spcAft>
        <a:spcPct val="0"/>
      </a:spcAft>
      <a:defRPr kumimoji="1" kern="1200">
        <a:solidFill>
          <a:schemeClr val="tx1"/>
        </a:solidFill>
        <a:latin typeface="Arial" pitchFamily="34" charset="0"/>
        <a:ea typeface="新細明體" pitchFamily="18" charset="-120"/>
        <a:cs typeface="+mn-cs"/>
      </a:defRPr>
    </a:lvl1pPr>
    <a:lvl2pPr marL="457200" algn="l" rtl="0" fontAlgn="base">
      <a:spcBef>
        <a:spcPct val="0"/>
      </a:spcBef>
      <a:spcAft>
        <a:spcPct val="0"/>
      </a:spcAft>
      <a:defRPr kumimoji="1" kern="1200">
        <a:solidFill>
          <a:schemeClr val="tx1"/>
        </a:solidFill>
        <a:latin typeface="Arial" pitchFamily="34" charset="0"/>
        <a:ea typeface="新細明體" pitchFamily="18" charset="-120"/>
        <a:cs typeface="+mn-cs"/>
      </a:defRPr>
    </a:lvl2pPr>
    <a:lvl3pPr marL="914400" algn="l" rtl="0" fontAlgn="base">
      <a:spcBef>
        <a:spcPct val="0"/>
      </a:spcBef>
      <a:spcAft>
        <a:spcPct val="0"/>
      </a:spcAft>
      <a:defRPr kumimoji="1" kern="1200">
        <a:solidFill>
          <a:schemeClr val="tx1"/>
        </a:solidFill>
        <a:latin typeface="Arial" pitchFamily="34" charset="0"/>
        <a:ea typeface="新細明體" pitchFamily="18" charset="-120"/>
        <a:cs typeface="+mn-cs"/>
      </a:defRPr>
    </a:lvl3pPr>
    <a:lvl4pPr marL="1371600" algn="l" rtl="0" fontAlgn="base">
      <a:spcBef>
        <a:spcPct val="0"/>
      </a:spcBef>
      <a:spcAft>
        <a:spcPct val="0"/>
      </a:spcAft>
      <a:defRPr kumimoji="1" kern="1200">
        <a:solidFill>
          <a:schemeClr val="tx1"/>
        </a:solidFill>
        <a:latin typeface="Arial" pitchFamily="34" charset="0"/>
        <a:ea typeface="新細明體" pitchFamily="18" charset="-120"/>
        <a:cs typeface="+mn-cs"/>
      </a:defRPr>
    </a:lvl4pPr>
    <a:lvl5pPr marL="1828800" algn="l" rtl="0" fontAlgn="base">
      <a:spcBef>
        <a:spcPct val="0"/>
      </a:spcBef>
      <a:spcAft>
        <a:spcPct val="0"/>
      </a:spcAft>
      <a:defRPr kumimoji="1" kern="1200">
        <a:solidFill>
          <a:schemeClr val="tx1"/>
        </a:solidFill>
        <a:latin typeface="Arial" pitchFamily="34" charset="0"/>
        <a:ea typeface="新細明體" pitchFamily="18" charset="-120"/>
        <a:cs typeface="+mn-cs"/>
      </a:defRPr>
    </a:lvl5pPr>
    <a:lvl6pPr marL="2286000" algn="l" defTabSz="914400" rtl="0" eaLnBrk="1" latinLnBrk="0" hangingPunct="1">
      <a:defRPr kumimoji="1" kern="1200">
        <a:solidFill>
          <a:schemeClr val="tx1"/>
        </a:solidFill>
        <a:latin typeface="Arial" pitchFamily="34" charset="0"/>
        <a:ea typeface="新細明體" pitchFamily="18" charset="-120"/>
        <a:cs typeface="+mn-cs"/>
      </a:defRPr>
    </a:lvl6pPr>
    <a:lvl7pPr marL="2743200" algn="l" defTabSz="914400" rtl="0" eaLnBrk="1" latinLnBrk="0" hangingPunct="1">
      <a:defRPr kumimoji="1" kern="1200">
        <a:solidFill>
          <a:schemeClr val="tx1"/>
        </a:solidFill>
        <a:latin typeface="Arial" pitchFamily="34" charset="0"/>
        <a:ea typeface="新細明體" pitchFamily="18" charset="-120"/>
        <a:cs typeface="+mn-cs"/>
      </a:defRPr>
    </a:lvl7pPr>
    <a:lvl8pPr marL="3200400" algn="l" defTabSz="914400" rtl="0" eaLnBrk="1" latinLnBrk="0" hangingPunct="1">
      <a:defRPr kumimoji="1" kern="1200">
        <a:solidFill>
          <a:schemeClr val="tx1"/>
        </a:solidFill>
        <a:latin typeface="Arial" pitchFamily="34" charset="0"/>
        <a:ea typeface="新細明體" pitchFamily="18" charset="-120"/>
        <a:cs typeface="+mn-cs"/>
      </a:defRPr>
    </a:lvl8pPr>
    <a:lvl9pPr marL="3657600" algn="l" defTabSz="914400" rtl="0" eaLnBrk="1" latinLnBrk="0" hangingPunct="1">
      <a:defRPr kumimoji="1" kern="1200">
        <a:solidFill>
          <a:schemeClr val="tx1"/>
        </a:solidFill>
        <a:latin typeface="Arial" pitchFamily="34" charset="0"/>
        <a:ea typeface="新細明體" pitchFamily="18" charset="-120"/>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80"/>
    <a:srgbClr val="6600FF"/>
    <a:srgbClr val="9966FF"/>
    <a:srgbClr val="006600"/>
    <a:srgbClr val="548123"/>
    <a:srgbClr val="6BA42C"/>
    <a:srgbClr val="FFCCFF"/>
    <a:srgbClr val="0000CC"/>
    <a:srgbClr val="FAC09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5620"/>
    <p:restoredTop sz="94645" autoAdjust="0"/>
  </p:normalViewPr>
  <p:slideViewPr>
    <p:cSldViewPr>
      <p:cViewPr>
        <p:scale>
          <a:sx n="100" d="100"/>
          <a:sy n="100" d="100"/>
        </p:scale>
        <p:origin x="-1944" y="-27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598AEBE-9444-4533-A1D5-E0205F8919DD}" type="doc">
      <dgm:prSet loTypeId="urn:microsoft.com/office/officeart/2005/8/layout/radial6" loCatId="cycle" qsTypeId="urn:microsoft.com/office/officeart/2005/8/quickstyle/simple1" qsCatId="simple" csTypeId="urn:microsoft.com/office/officeart/2005/8/colors/accent1_2" csCatId="accent1" phldr="1"/>
      <dgm:spPr/>
      <dgm:t>
        <a:bodyPr/>
        <a:lstStyle/>
        <a:p>
          <a:endParaRPr lang="zh-TW" altLang="en-US"/>
        </a:p>
      </dgm:t>
    </dgm:pt>
    <dgm:pt modelId="{FAEA0154-7C22-4332-8640-72FD2538931B}">
      <dgm:prSet phldrT="[文字]" custT="1">
        <dgm:style>
          <a:lnRef idx="0">
            <a:schemeClr val="accent5"/>
          </a:lnRef>
          <a:fillRef idx="3">
            <a:schemeClr val="accent5"/>
          </a:fillRef>
          <a:effectRef idx="3">
            <a:schemeClr val="accent5"/>
          </a:effectRef>
          <a:fontRef idx="minor">
            <a:schemeClr val="lt1"/>
          </a:fontRef>
        </dgm:style>
      </dgm:prSet>
      <dgm:spPr/>
      <dgm:t>
        <a:bodyPr/>
        <a:lstStyle/>
        <a:p>
          <a:r>
            <a:rPr lang="zh-TW" altLang="en-US" sz="2000" b="1" dirty="0" smtClean="0">
              <a:solidFill>
                <a:schemeClr val="tx1"/>
              </a:solidFill>
              <a:latin typeface="微軟正黑體" pitchFamily="34" charset="-120"/>
              <a:ea typeface="微軟正黑體" pitchFamily="34" charset="-120"/>
            </a:rPr>
            <a:t>客變</a:t>
          </a:r>
          <a:endParaRPr lang="zh-TW" altLang="en-US" sz="2000" b="1" dirty="0">
            <a:solidFill>
              <a:schemeClr val="tx1"/>
            </a:solidFill>
            <a:latin typeface="微軟正黑體" pitchFamily="34" charset="-120"/>
            <a:ea typeface="微軟正黑體" pitchFamily="34" charset="-120"/>
          </a:endParaRPr>
        </a:p>
      </dgm:t>
    </dgm:pt>
    <dgm:pt modelId="{17CF1B53-C90B-4A7E-8320-05489CF01809}" type="parTrans" cxnId="{B1B8D49F-4E6D-4844-AA90-5C959946EDA7}">
      <dgm:prSet/>
      <dgm:spPr/>
      <dgm:t>
        <a:bodyPr/>
        <a:lstStyle/>
        <a:p>
          <a:endParaRPr lang="zh-TW" altLang="en-US" sz="2000">
            <a:solidFill>
              <a:schemeClr val="tx1"/>
            </a:solidFill>
          </a:endParaRPr>
        </a:p>
      </dgm:t>
    </dgm:pt>
    <dgm:pt modelId="{34EF40CF-F8A6-4649-9AC3-A78F262770F9}" type="sibTrans" cxnId="{B1B8D49F-4E6D-4844-AA90-5C959946EDA7}">
      <dgm:prSet/>
      <dgm:spPr/>
      <dgm:t>
        <a:bodyPr/>
        <a:lstStyle/>
        <a:p>
          <a:endParaRPr lang="zh-TW" altLang="en-US" sz="2000">
            <a:solidFill>
              <a:schemeClr val="tx1"/>
            </a:solidFill>
          </a:endParaRPr>
        </a:p>
      </dgm:t>
    </dgm:pt>
    <dgm:pt modelId="{ADFDD627-7FBB-4444-A6EA-DDD80C3A8592}">
      <dgm:prSet phldrT="[文字]" custT="1">
        <dgm:style>
          <a:lnRef idx="0">
            <a:schemeClr val="accent2"/>
          </a:lnRef>
          <a:fillRef idx="3">
            <a:schemeClr val="accent2"/>
          </a:fillRef>
          <a:effectRef idx="3">
            <a:schemeClr val="accent2"/>
          </a:effectRef>
          <a:fontRef idx="minor">
            <a:schemeClr val="lt1"/>
          </a:fontRef>
        </dgm:style>
      </dgm:prSet>
      <dgm:spPr/>
      <dgm:t>
        <a:bodyPr/>
        <a:lstStyle/>
        <a:p>
          <a:r>
            <a:rPr lang="zh-TW" altLang="en-US" sz="1400" b="1" dirty="0" smtClean="0">
              <a:solidFill>
                <a:schemeClr val="tx1"/>
              </a:solidFill>
              <a:latin typeface="微軟正黑體" pitchFamily="34" charset="-120"/>
              <a:ea typeface="微軟正黑體" pitchFamily="34" charset="-120"/>
            </a:rPr>
            <a:t>建材</a:t>
          </a:r>
          <a:endParaRPr lang="zh-TW" altLang="en-US" sz="1400" b="1" dirty="0">
            <a:solidFill>
              <a:schemeClr val="tx1"/>
            </a:solidFill>
            <a:latin typeface="微軟正黑體" pitchFamily="34" charset="-120"/>
            <a:ea typeface="微軟正黑體" pitchFamily="34" charset="-120"/>
          </a:endParaRPr>
        </a:p>
      </dgm:t>
    </dgm:pt>
    <dgm:pt modelId="{68242F80-4008-435A-A7B2-9B898E7C9D0E}" type="parTrans" cxnId="{75C549D1-4DBD-4716-8F35-31721DB23A2C}">
      <dgm:prSet/>
      <dgm:spPr/>
      <dgm:t>
        <a:bodyPr/>
        <a:lstStyle/>
        <a:p>
          <a:endParaRPr lang="zh-TW" altLang="en-US" sz="2000">
            <a:solidFill>
              <a:schemeClr val="tx1"/>
            </a:solidFill>
          </a:endParaRPr>
        </a:p>
      </dgm:t>
    </dgm:pt>
    <dgm:pt modelId="{73EE1793-D7EB-4B92-B730-AD27B9011887}" type="sibTrans" cxnId="{75C549D1-4DBD-4716-8F35-31721DB23A2C}">
      <dgm:prSet>
        <dgm:style>
          <a:lnRef idx="3">
            <a:schemeClr val="lt1"/>
          </a:lnRef>
          <a:fillRef idx="1">
            <a:schemeClr val="accent3"/>
          </a:fillRef>
          <a:effectRef idx="1">
            <a:schemeClr val="accent3"/>
          </a:effectRef>
          <a:fontRef idx="minor">
            <a:schemeClr val="lt1"/>
          </a:fontRef>
        </dgm:style>
      </dgm:prSet>
      <dgm:spPr/>
      <dgm:t>
        <a:bodyPr/>
        <a:lstStyle/>
        <a:p>
          <a:endParaRPr lang="zh-TW" altLang="en-US" sz="2000">
            <a:solidFill>
              <a:schemeClr val="tx1"/>
            </a:solidFill>
          </a:endParaRPr>
        </a:p>
      </dgm:t>
    </dgm:pt>
    <dgm:pt modelId="{FD328C72-462D-498E-95A6-138F82F5057C}">
      <dgm:prSet phldrT="[文字]" custT="1">
        <dgm:style>
          <a:lnRef idx="0">
            <a:schemeClr val="accent2"/>
          </a:lnRef>
          <a:fillRef idx="3">
            <a:schemeClr val="accent2"/>
          </a:fillRef>
          <a:effectRef idx="3">
            <a:schemeClr val="accent2"/>
          </a:effectRef>
          <a:fontRef idx="minor">
            <a:schemeClr val="lt1"/>
          </a:fontRef>
        </dgm:style>
      </dgm:prSet>
      <dgm:spPr/>
      <dgm:t>
        <a:bodyPr/>
        <a:lstStyle/>
        <a:p>
          <a:r>
            <a:rPr lang="zh-TW" altLang="en-US" sz="1400" b="1" dirty="0" smtClean="0">
              <a:solidFill>
                <a:schemeClr val="tx1"/>
              </a:solidFill>
              <a:latin typeface="微軟正黑體" pitchFamily="34" charset="-120"/>
              <a:ea typeface="微軟正黑體" pitchFamily="34" charset="-120"/>
            </a:rPr>
            <a:t>建築圖說</a:t>
          </a:r>
          <a:endParaRPr lang="zh-TW" altLang="en-US" sz="1400" b="1" dirty="0">
            <a:solidFill>
              <a:schemeClr val="tx1"/>
            </a:solidFill>
            <a:latin typeface="微軟正黑體" pitchFamily="34" charset="-120"/>
            <a:ea typeface="微軟正黑體" pitchFamily="34" charset="-120"/>
          </a:endParaRPr>
        </a:p>
      </dgm:t>
    </dgm:pt>
    <dgm:pt modelId="{C1270A9F-A7C5-4114-AA75-93C0FDF70A0E}" type="parTrans" cxnId="{CF1398BE-9BB3-4975-8F62-E88988FBFBD1}">
      <dgm:prSet/>
      <dgm:spPr/>
      <dgm:t>
        <a:bodyPr/>
        <a:lstStyle/>
        <a:p>
          <a:endParaRPr lang="zh-TW" altLang="en-US" sz="2000">
            <a:solidFill>
              <a:schemeClr val="tx1"/>
            </a:solidFill>
          </a:endParaRPr>
        </a:p>
      </dgm:t>
    </dgm:pt>
    <dgm:pt modelId="{F00729D0-B963-4AB9-A856-1BFD9C4DCAE1}" type="sibTrans" cxnId="{CF1398BE-9BB3-4975-8F62-E88988FBFBD1}">
      <dgm:prSet>
        <dgm:style>
          <a:lnRef idx="3">
            <a:schemeClr val="lt1"/>
          </a:lnRef>
          <a:fillRef idx="1">
            <a:schemeClr val="accent3"/>
          </a:fillRef>
          <a:effectRef idx="1">
            <a:schemeClr val="accent3"/>
          </a:effectRef>
          <a:fontRef idx="minor">
            <a:schemeClr val="lt1"/>
          </a:fontRef>
        </dgm:style>
      </dgm:prSet>
      <dgm:spPr/>
      <dgm:t>
        <a:bodyPr/>
        <a:lstStyle/>
        <a:p>
          <a:endParaRPr lang="zh-TW" altLang="en-US" sz="2000">
            <a:solidFill>
              <a:schemeClr val="tx1"/>
            </a:solidFill>
          </a:endParaRPr>
        </a:p>
      </dgm:t>
    </dgm:pt>
    <dgm:pt modelId="{67B30806-BE61-4E7B-999D-925E0620646F}">
      <dgm:prSet phldrT="[文字]" custT="1">
        <dgm:style>
          <a:lnRef idx="0">
            <a:schemeClr val="accent2"/>
          </a:lnRef>
          <a:fillRef idx="3">
            <a:schemeClr val="accent2"/>
          </a:fillRef>
          <a:effectRef idx="3">
            <a:schemeClr val="accent2"/>
          </a:effectRef>
          <a:fontRef idx="minor">
            <a:schemeClr val="lt1"/>
          </a:fontRef>
        </dgm:style>
      </dgm:prSet>
      <dgm:spPr/>
      <dgm:t>
        <a:bodyPr/>
        <a:lstStyle/>
        <a:p>
          <a:r>
            <a:rPr lang="zh-TW" altLang="en-US" sz="1400" b="1" dirty="0" smtClean="0">
              <a:solidFill>
                <a:schemeClr val="tx1"/>
              </a:solidFill>
              <a:latin typeface="微軟正黑體" pitchFamily="34" charset="-120"/>
              <a:ea typeface="微軟正黑體" pitchFamily="34" charset="-120"/>
            </a:rPr>
            <a:t>機電圖說</a:t>
          </a:r>
          <a:endParaRPr lang="zh-TW" altLang="en-US" sz="1400" b="1" dirty="0">
            <a:solidFill>
              <a:schemeClr val="tx1"/>
            </a:solidFill>
            <a:latin typeface="微軟正黑體" pitchFamily="34" charset="-120"/>
            <a:ea typeface="微軟正黑體" pitchFamily="34" charset="-120"/>
          </a:endParaRPr>
        </a:p>
      </dgm:t>
    </dgm:pt>
    <dgm:pt modelId="{2660D1F1-D384-4AE5-A084-B188B5F8FCD4}" type="parTrans" cxnId="{83D9B742-D426-405D-8EC3-3E7B84238AB3}">
      <dgm:prSet/>
      <dgm:spPr/>
      <dgm:t>
        <a:bodyPr/>
        <a:lstStyle/>
        <a:p>
          <a:endParaRPr lang="zh-TW" altLang="en-US" sz="2000">
            <a:solidFill>
              <a:schemeClr val="tx1"/>
            </a:solidFill>
          </a:endParaRPr>
        </a:p>
      </dgm:t>
    </dgm:pt>
    <dgm:pt modelId="{BF4987A1-D6AA-47C3-853F-4D9248381CFF}" type="sibTrans" cxnId="{83D9B742-D426-405D-8EC3-3E7B84238AB3}">
      <dgm:prSet>
        <dgm:style>
          <a:lnRef idx="3">
            <a:schemeClr val="lt1"/>
          </a:lnRef>
          <a:fillRef idx="1">
            <a:schemeClr val="accent3"/>
          </a:fillRef>
          <a:effectRef idx="1">
            <a:schemeClr val="accent3"/>
          </a:effectRef>
          <a:fontRef idx="minor">
            <a:schemeClr val="lt1"/>
          </a:fontRef>
        </dgm:style>
      </dgm:prSet>
      <dgm:spPr/>
      <dgm:t>
        <a:bodyPr/>
        <a:lstStyle/>
        <a:p>
          <a:endParaRPr lang="zh-TW" altLang="en-US" sz="2000">
            <a:solidFill>
              <a:schemeClr val="tx1"/>
            </a:solidFill>
          </a:endParaRPr>
        </a:p>
      </dgm:t>
    </dgm:pt>
    <dgm:pt modelId="{F259069B-A347-4194-A41A-F55AB988F6DB}">
      <dgm:prSet phldrT="[文字]" custT="1">
        <dgm:style>
          <a:lnRef idx="0">
            <a:schemeClr val="accent2"/>
          </a:lnRef>
          <a:fillRef idx="3">
            <a:schemeClr val="accent2"/>
          </a:fillRef>
          <a:effectRef idx="3">
            <a:schemeClr val="accent2"/>
          </a:effectRef>
          <a:fontRef idx="minor">
            <a:schemeClr val="lt1"/>
          </a:fontRef>
        </dgm:style>
      </dgm:prSet>
      <dgm:spPr/>
      <dgm:t>
        <a:bodyPr/>
        <a:lstStyle/>
        <a:p>
          <a:r>
            <a:rPr lang="zh-TW" altLang="en-US" sz="1400" b="1" dirty="0" smtClean="0">
              <a:solidFill>
                <a:schemeClr val="tx1"/>
              </a:solidFill>
              <a:latin typeface="微軟正黑體" pitchFamily="34" charset="-120"/>
              <a:ea typeface="微軟正黑體" pitchFamily="34" charset="-120"/>
            </a:rPr>
            <a:t>設備</a:t>
          </a:r>
          <a:endParaRPr lang="zh-TW" altLang="en-US" sz="1400" b="1" dirty="0">
            <a:solidFill>
              <a:schemeClr val="tx1"/>
            </a:solidFill>
            <a:latin typeface="微軟正黑體" pitchFamily="34" charset="-120"/>
            <a:ea typeface="微軟正黑體" pitchFamily="34" charset="-120"/>
          </a:endParaRPr>
        </a:p>
      </dgm:t>
    </dgm:pt>
    <dgm:pt modelId="{E5FE0B83-B923-4773-B659-9A7C71A14B6C}" type="parTrans" cxnId="{C6492B52-2126-4B43-A9F7-E22F78F41151}">
      <dgm:prSet/>
      <dgm:spPr/>
      <dgm:t>
        <a:bodyPr/>
        <a:lstStyle/>
        <a:p>
          <a:endParaRPr lang="zh-TW" altLang="en-US" sz="2000">
            <a:solidFill>
              <a:schemeClr val="tx1"/>
            </a:solidFill>
          </a:endParaRPr>
        </a:p>
      </dgm:t>
    </dgm:pt>
    <dgm:pt modelId="{338EEF1C-1009-48A5-A43F-5D6CA8199C1E}" type="sibTrans" cxnId="{C6492B52-2126-4B43-A9F7-E22F78F41151}">
      <dgm:prSet>
        <dgm:style>
          <a:lnRef idx="3">
            <a:schemeClr val="lt1"/>
          </a:lnRef>
          <a:fillRef idx="1">
            <a:schemeClr val="accent3"/>
          </a:fillRef>
          <a:effectRef idx="1">
            <a:schemeClr val="accent3"/>
          </a:effectRef>
          <a:fontRef idx="minor">
            <a:schemeClr val="lt1"/>
          </a:fontRef>
        </dgm:style>
      </dgm:prSet>
      <dgm:spPr/>
      <dgm:t>
        <a:bodyPr/>
        <a:lstStyle/>
        <a:p>
          <a:endParaRPr lang="zh-TW" altLang="en-US" sz="2000">
            <a:solidFill>
              <a:schemeClr val="tx1"/>
            </a:solidFill>
          </a:endParaRPr>
        </a:p>
      </dgm:t>
    </dgm:pt>
    <dgm:pt modelId="{631BD594-DD44-4135-81C1-1A3567D11587}" type="pres">
      <dgm:prSet presAssocID="{E598AEBE-9444-4533-A1D5-E0205F8919DD}" presName="Name0" presStyleCnt="0">
        <dgm:presLayoutVars>
          <dgm:chMax val="1"/>
          <dgm:dir/>
          <dgm:animLvl val="ctr"/>
          <dgm:resizeHandles val="exact"/>
        </dgm:presLayoutVars>
      </dgm:prSet>
      <dgm:spPr/>
      <dgm:t>
        <a:bodyPr/>
        <a:lstStyle/>
        <a:p>
          <a:endParaRPr lang="zh-TW" altLang="en-US"/>
        </a:p>
      </dgm:t>
    </dgm:pt>
    <dgm:pt modelId="{2078CB86-9378-4D24-B80E-EB5D452A53C5}" type="pres">
      <dgm:prSet presAssocID="{FAEA0154-7C22-4332-8640-72FD2538931B}" presName="centerShape" presStyleLbl="node0" presStyleIdx="0" presStyleCnt="1"/>
      <dgm:spPr/>
      <dgm:t>
        <a:bodyPr/>
        <a:lstStyle/>
        <a:p>
          <a:endParaRPr lang="zh-TW" altLang="en-US"/>
        </a:p>
      </dgm:t>
    </dgm:pt>
    <dgm:pt modelId="{899FB065-75AB-4151-ABBB-F633402C4F6A}" type="pres">
      <dgm:prSet presAssocID="{ADFDD627-7FBB-4444-A6EA-DDD80C3A8592}" presName="node" presStyleLbl="node1" presStyleIdx="0" presStyleCnt="4">
        <dgm:presLayoutVars>
          <dgm:bulletEnabled val="1"/>
        </dgm:presLayoutVars>
      </dgm:prSet>
      <dgm:spPr/>
      <dgm:t>
        <a:bodyPr/>
        <a:lstStyle/>
        <a:p>
          <a:endParaRPr lang="zh-TW" altLang="en-US"/>
        </a:p>
      </dgm:t>
    </dgm:pt>
    <dgm:pt modelId="{589406A2-8DCB-4C4F-945A-A1A65CBA4062}" type="pres">
      <dgm:prSet presAssocID="{ADFDD627-7FBB-4444-A6EA-DDD80C3A8592}" presName="dummy" presStyleCnt="0"/>
      <dgm:spPr/>
    </dgm:pt>
    <dgm:pt modelId="{E81213C1-829C-4C31-BBAD-AECE8D6E25C2}" type="pres">
      <dgm:prSet presAssocID="{73EE1793-D7EB-4B92-B730-AD27B9011887}" presName="sibTrans" presStyleLbl="sibTrans2D1" presStyleIdx="0" presStyleCnt="4"/>
      <dgm:spPr/>
      <dgm:t>
        <a:bodyPr/>
        <a:lstStyle/>
        <a:p>
          <a:endParaRPr lang="zh-TW" altLang="en-US"/>
        </a:p>
      </dgm:t>
    </dgm:pt>
    <dgm:pt modelId="{F91123E2-ECFA-4483-BF90-578E41699005}" type="pres">
      <dgm:prSet presAssocID="{FD328C72-462D-498E-95A6-138F82F5057C}" presName="node" presStyleLbl="node1" presStyleIdx="1" presStyleCnt="4" custRadScaleRad="100446" custRadScaleInc="-1467">
        <dgm:presLayoutVars>
          <dgm:bulletEnabled val="1"/>
        </dgm:presLayoutVars>
      </dgm:prSet>
      <dgm:spPr/>
      <dgm:t>
        <a:bodyPr/>
        <a:lstStyle/>
        <a:p>
          <a:endParaRPr lang="zh-TW" altLang="en-US"/>
        </a:p>
      </dgm:t>
    </dgm:pt>
    <dgm:pt modelId="{6C6940C3-ABA6-4663-A2A0-A9C462F3C274}" type="pres">
      <dgm:prSet presAssocID="{FD328C72-462D-498E-95A6-138F82F5057C}" presName="dummy" presStyleCnt="0"/>
      <dgm:spPr/>
    </dgm:pt>
    <dgm:pt modelId="{743B345A-831B-4892-BA6E-23969E27A4DC}" type="pres">
      <dgm:prSet presAssocID="{F00729D0-B963-4AB9-A856-1BFD9C4DCAE1}" presName="sibTrans" presStyleLbl="sibTrans2D1" presStyleIdx="1" presStyleCnt="4"/>
      <dgm:spPr/>
      <dgm:t>
        <a:bodyPr/>
        <a:lstStyle/>
        <a:p>
          <a:endParaRPr lang="zh-TW" altLang="en-US"/>
        </a:p>
      </dgm:t>
    </dgm:pt>
    <dgm:pt modelId="{D2C96707-6B05-4873-8215-27C4CC833B5E}" type="pres">
      <dgm:prSet presAssocID="{67B30806-BE61-4E7B-999D-925E0620646F}" presName="node" presStyleLbl="node1" presStyleIdx="2" presStyleCnt="4">
        <dgm:presLayoutVars>
          <dgm:bulletEnabled val="1"/>
        </dgm:presLayoutVars>
      </dgm:prSet>
      <dgm:spPr/>
      <dgm:t>
        <a:bodyPr/>
        <a:lstStyle/>
        <a:p>
          <a:endParaRPr lang="zh-TW" altLang="en-US"/>
        </a:p>
      </dgm:t>
    </dgm:pt>
    <dgm:pt modelId="{C31797E9-0C86-4F78-8A1D-E9A1D218A7BB}" type="pres">
      <dgm:prSet presAssocID="{67B30806-BE61-4E7B-999D-925E0620646F}" presName="dummy" presStyleCnt="0"/>
      <dgm:spPr/>
    </dgm:pt>
    <dgm:pt modelId="{C4E7808F-CEB2-453D-8DDB-F1F0749039CC}" type="pres">
      <dgm:prSet presAssocID="{BF4987A1-D6AA-47C3-853F-4D9248381CFF}" presName="sibTrans" presStyleLbl="sibTrans2D1" presStyleIdx="2" presStyleCnt="4"/>
      <dgm:spPr/>
      <dgm:t>
        <a:bodyPr/>
        <a:lstStyle/>
        <a:p>
          <a:endParaRPr lang="zh-TW" altLang="en-US"/>
        </a:p>
      </dgm:t>
    </dgm:pt>
    <dgm:pt modelId="{E07491A3-BEDA-4387-9372-DE63300C362C}" type="pres">
      <dgm:prSet presAssocID="{F259069B-A347-4194-A41A-F55AB988F6DB}" presName="node" presStyleLbl="node1" presStyleIdx="3" presStyleCnt="4">
        <dgm:presLayoutVars>
          <dgm:bulletEnabled val="1"/>
        </dgm:presLayoutVars>
      </dgm:prSet>
      <dgm:spPr/>
      <dgm:t>
        <a:bodyPr/>
        <a:lstStyle/>
        <a:p>
          <a:endParaRPr lang="zh-TW" altLang="en-US"/>
        </a:p>
      </dgm:t>
    </dgm:pt>
    <dgm:pt modelId="{1E59263F-D27F-48EE-BDE7-CC3D087DD0EC}" type="pres">
      <dgm:prSet presAssocID="{F259069B-A347-4194-A41A-F55AB988F6DB}" presName="dummy" presStyleCnt="0"/>
      <dgm:spPr/>
    </dgm:pt>
    <dgm:pt modelId="{240299F5-0AED-4DA1-912A-BF4F659AD678}" type="pres">
      <dgm:prSet presAssocID="{338EEF1C-1009-48A5-A43F-5D6CA8199C1E}" presName="sibTrans" presStyleLbl="sibTrans2D1" presStyleIdx="3" presStyleCnt="4"/>
      <dgm:spPr/>
      <dgm:t>
        <a:bodyPr/>
        <a:lstStyle/>
        <a:p>
          <a:endParaRPr lang="zh-TW" altLang="en-US"/>
        </a:p>
      </dgm:t>
    </dgm:pt>
  </dgm:ptLst>
  <dgm:cxnLst>
    <dgm:cxn modelId="{D6CF3349-5957-4C47-84AF-5F9242701863}" type="presOf" srcId="{338EEF1C-1009-48A5-A43F-5D6CA8199C1E}" destId="{240299F5-0AED-4DA1-912A-BF4F659AD678}" srcOrd="0" destOrd="0" presId="urn:microsoft.com/office/officeart/2005/8/layout/radial6"/>
    <dgm:cxn modelId="{75C549D1-4DBD-4716-8F35-31721DB23A2C}" srcId="{FAEA0154-7C22-4332-8640-72FD2538931B}" destId="{ADFDD627-7FBB-4444-A6EA-DDD80C3A8592}" srcOrd="0" destOrd="0" parTransId="{68242F80-4008-435A-A7B2-9B898E7C9D0E}" sibTransId="{73EE1793-D7EB-4B92-B730-AD27B9011887}"/>
    <dgm:cxn modelId="{54CDA162-3F4B-479D-BF7A-0C778A27F10E}" type="presOf" srcId="{FAEA0154-7C22-4332-8640-72FD2538931B}" destId="{2078CB86-9378-4D24-B80E-EB5D452A53C5}" srcOrd="0" destOrd="0" presId="urn:microsoft.com/office/officeart/2005/8/layout/radial6"/>
    <dgm:cxn modelId="{C6492B52-2126-4B43-A9F7-E22F78F41151}" srcId="{FAEA0154-7C22-4332-8640-72FD2538931B}" destId="{F259069B-A347-4194-A41A-F55AB988F6DB}" srcOrd="3" destOrd="0" parTransId="{E5FE0B83-B923-4773-B659-9A7C71A14B6C}" sibTransId="{338EEF1C-1009-48A5-A43F-5D6CA8199C1E}"/>
    <dgm:cxn modelId="{27A439F9-29D2-4826-9937-D1338E822DC8}" type="presOf" srcId="{E598AEBE-9444-4533-A1D5-E0205F8919DD}" destId="{631BD594-DD44-4135-81C1-1A3567D11587}" srcOrd="0" destOrd="0" presId="urn:microsoft.com/office/officeart/2005/8/layout/radial6"/>
    <dgm:cxn modelId="{FD5CE240-AC59-452E-B27E-D51820CAED58}" type="presOf" srcId="{F00729D0-B963-4AB9-A856-1BFD9C4DCAE1}" destId="{743B345A-831B-4892-BA6E-23969E27A4DC}" srcOrd="0" destOrd="0" presId="urn:microsoft.com/office/officeart/2005/8/layout/radial6"/>
    <dgm:cxn modelId="{B1B8D49F-4E6D-4844-AA90-5C959946EDA7}" srcId="{E598AEBE-9444-4533-A1D5-E0205F8919DD}" destId="{FAEA0154-7C22-4332-8640-72FD2538931B}" srcOrd="0" destOrd="0" parTransId="{17CF1B53-C90B-4A7E-8320-05489CF01809}" sibTransId="{34EF40CF-F8A6-4649-9AC3-A78F262770F9}"/>
    <dgm:cxn modelId="{83D9B742-D426-405D-8EC3-3E7B84238AB3}" srcId="{FAEA0154-7C22-4332-8640-72FD2538931B}" destId="{67B30806-BE61-4E7B-999D-925E0620646F}" srcOrd="2" destOrd="0" parTransId="{2660D1F1-D384-4AE5-A084-B188B5F8FCD4}" sibTransId="{BF4987A1-D6AA-47C3-853F-4D9248381CFF}"/>
    <dgm:cxn modelId="{CF1398BE-9BB3-4975-8F62-E88988FBFBD1}" srcId="{FAEA0154-7C22-4332-8640-72FD2538931B}" destId="{FD328C72-462D-498E-95A6-138F82F5057C}" srcOrd="1" destOrd="0" parTransId="{C1270A9F-A7C5-4114-AA75-93C0FDF70A0E}" sibTransId="{F00729D0-B963-4AB9-A856-1BFD9C4DCAE1}"/>
    <dgm:cxn modelId="{5A0F0775-AF1E-49AC-B125-0B40E0292967}" type="presOf" srcId="{F259069B-A347-4194-A41A-F55AB988F6DB}" destId="{E07491A3-BEDA-4387-9372-DE63300C362C}" srcOrd="0" destOrd="0" presId="urn:microsoft.com/office/officeart/2005/8/layout/radial6"/>
    <dgm:cxn modelId="{A1A97322-82E1-48DC-82A3-3242089AAA3F}" type="presOf" srcId="{ADFDD627-7FBB-4444-A6EA-DDD80C3A8592}" destId="{899FB065-75AB-4151-ABBB-F633402C4F6A}" srcOrd="0" destOrd="0" presId="urn:microsoft.com/office/officeart/2005/8/layout/radial6"/>
    <dgm:cxn modelId="{94FFDAF5-0456-475D-800D-250F90BF8830}" type="presOf" srcId="{73EE1793-D7EB-4B92-B730-AD27B9011887}" destId="{E81213C1-829C-4C31-BBAD-AECE8D6E25C2}" srcOrd="0" destOrd="0" presId="urn:microsoft.com/office/officeart/2005/8/layout/radial6"/>
    <dgm:cxn modelId="{F7FC2ED2-B338-4EB3-BC6A-6881267C2E8F}" type="presOf" srcId="{BF4987A1-D6AA-47C3-853F-4D9248381CFF}" destId="{C4E7808F-CEB2-453D-8DDB-F1F0749039CC}" srcOrd="0" destOrd="0" presId="urn:microsoft.com/office/officeart/2005/8/layout/radial6"/>
    <dgm:cxn modelId="{22136450-D737-40D9-904B-EB37D7DF390A}" type="presOf" srcId="{FD328C72-462D-498E-95A6-138F82F5057C}" destId="{F91123E2-ECFA-4483-BF90-578E41699005}" srcOrd="0" destOrd="0" presId="urn:microsoft.com/office/officeart/2005/8/layout/radial6"/>
    <dgm:cxn modelId="{19A718E9-BC91-4AEC-AB60-AA8231089817}" type="presOf" srcId="{67B30806-BE61-4E7B-999D-925E0620646F}" destId="{D2C96707-6B05-4873-8215-27C4CC833B5E}" srcOrd="0" destOrd="0" presId="urn:microsoft.com/office/officeart/2005/8/layout/radial6"/>
    <dgm:cxn modelId="{C4F25DF9-E991-4F69-A831-5D01C68F9F55}" type="presParOf" srcId="{631BD594-DD44-4135-81C1-1A3567D11587}" destId="{2078CB86-9378-4D24-B80E-EB5D452A53C5}" srcOrd="0" destOrd="0" presId="urn:microsoft.com/office/officeart/2005/8/layout/radial6"/>
    <dgm:cxn modelId="{8F4F4E87-9DA6-4745-A481-32A06854C99F}" type="presParOf" srcId="{631BD594-DD44-4135-81C1-1A3567D11587}" destId="{899FB065-75AB-4151-ABBB-F633402C4F6A}" srcOrd="1" destOrd="0" presId="urn:microsoft.com/office/officeart/2005/8/layout/radial6"/>
    <dgm:cxn modelId="{432AEFCE-AED3-4D7A-BA9E-9001A0E33376}" type="presParOf" srcId="{631BD594-DD44-4135-81C1-1A3567D11587}" destId="{589406A2-8DCB-4C4F-945A-A1A65CBA4062}" srcOrd="2" destOrd="0" presId="urn:microsoft.com/office/officeart/2005/8/layout/radial6"/>
    <dgm:cxn modelId="{B625532A-BDA5-4EEC-878B-1F51E39FFFA9}" type="presParOf" srcId="{631BD594-DD44-4135-81C1-1A3567D11587}" destId="{E81213C1-829C-4C31-BBAD-AECE8D6E25C2}" srcOrd="3" destOrd="0" presId="urn:microsoft.com/office/officeart/2005/8/layout/radial6"/>
    <dgm:cxn modelId="{68AE9C0B-77E7-445D-A03C-CCEB90DE77E7}" type="presParOf" srcId="{631BD594-DD44-4135-81C1-1A3567D11587}" destId="{F91123E2-ECFA-4483-BF90-578E41699005}" srcOrd="4" destOrd="0" presId="urn:microsoft.com/office/officeart/2005/8/layout/radial6"/>
    <dgm:cxn modelId="{0EA3602B-5CB1-47E7-9328-CB011114739F}" type="presParOf" srcId="{631BD594-DD44-4135-81C1-1A3567D11587}" destId="{6C6940C3-ABA6-4663-A2A0-A9C462F3C274}" srcOrd="5" destOrd="0" presId="urn:microsoft.com/office/officeart/2005/8/layout/radial6"/>
    <dgm:cxn modelId="{9CD2B7E0-3C2D-43C1-8FAD-EE15C242A89F}" type="presParOf" srcId="{631BD594-DD44-4135-81C1-1A3567D11587}" destId="{743B345A-831B-4892-BA6E-23969E27A4DC}" srcOrd="6" destOrd="0" presId="urn:microsoft.com/office/officeart/2005/8/layout/radial6"/>
    <dgm:cxn modelId="{4C22ABD6-3A72-4307-9F67-54E706E65245}" type="presParOf" srcId="{631BD594-DD44-4135-81C1-1A3567D11587}" destId="{D2C96707-6B05-4873-8215-27C4CC833B5E}" srcOrd="7" destOrd="0" presId="urn:microsoft.com/office/officeart/2005/8/layout/radial6"/>
    <dgm:cxn modelId="{960B5254-8E45-46EE-8840-584C88BF9BE5}" type="presParOf" srcId="{631BD594-DD44-4135-81C1-1A3567D11587}" destId="{C31797E9-0C86-4F78-8A1D-E9A1D218A7BB}" srcOrd="8" destOrd="0" presId="urn:microsoft.com/office/officeart/2005/8/layout/radial6"/>
    <dgm:cxn modelId="{8BAF8CCC-9F7D-4E82-BF91-DD1E6895A0D8}" type="presParOf" srcId="{631BD594-DD44-4135-81C1-1A3567D11587}" destId="{C4E7808F-CEB2-453D-8DDB-F1F0749039CC}" srcOrd="9" destOrd="0" presId="urn:microsoft.com/office/officeart/2005/8/layout/radial6"/>
    <dgm:cxn modelId="{6837EAD6-9EF0-4498-AB9D-CBFEFDF85AF7}" type="presParOf" srcId="{631BD594-DD44-4135-81C1-1A3567D11587}" destId="{E07491A3-BEDA-4387-9372-DE63300C362C}" srcOrd="10" destOrd="0" presId="urn:microsoft.com/office/officeart/2005/8/layout/radial6"/>
    <dgm:cxn modelId="{86ADC732-0A86-43B7-86BF-4176386384F7}" type="presParOf" srcId="{631BD594-DD44-4135-81C1-1A3567D11587}" destId="{1E59263F-D27F-48EE-BDE7-CC3D087DD0EC}" srcOrd="11" destOrd="0" presId="urn:microsoft.com/office/officeart/2005/8/layout/radial6"/>
    <dgm:cxn modelId="{81CC252E-9263-40DA-A6A5-05057C97DFCB}" type="presParOf" srcId="{631BD594-DD44-4135-81C1-1A3567D11587}" destId="{240299F5-0AED-4DA1-912A-BF4F659AD678}" srcOrd="12" destOrd="0" presId="urn:microsoft.com/office/officeart/2005/8/layout/radial6"/>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DEBA87E-666F-4F12-8CFF-2E1E404B3AC4}" type="doc">
      <dgm:prSet loTypeId="urn:microsoft.com/office/officeart/2005/8/layout/arrow2" loCatId="process" qsTypeId="urn:microsoft.com/office/officeart/2005/8/quickstyle/simple1" qsCatId="simple" csTypeId="urn:microsoft.com/office/officeart/2005/8/colors/accent1_2" csCatId="accent1" phldr="1"/>
      <dgm:spPr/>
    </dgm:pt>
    <dgm:pt modelId="{4E4DB154-D1A8-4285-9ACD-FCD3C5C4A08D}">
      <dgm:prSet phldrT="[文字]" custT="1"/>
      <dgm:spPr/>
      <dgm:t>
        <a:bodyPr/>
        <a:lstStyle/>
        <a:p>
          <a:endParaRPr lang="zh-TW" altLang="en-US" sz="1400" b="1" dirty="0">
            <a:latin typeface="微軟正黑體" pitchFamily="34" charset="-120"/>
            <a:ea typeface="微軟正黑體" pitchFamily="34" charset="-120"/>
          </a:endParaRPr>
        </a:p>
      </dgm:t>
    </dgm:pt>
    <dgm:pt modelId="{3CECDBEC-ECFD-435A-9E64-6C7A2187F51F}" type="sibTrans" cxnId="{0CF9FC0F-FDC7-44AD-82FB-B05C2883D020}">
      <dgm:prSet/>
      <dgm:spPr/>
      <dgm:t>
        <a:bodyPr/>
        <a:lstStyle/>
        <a:p>
          <a:endParaRPr lang="zh-TW" altLang="en-US"/>
        </a:p>
      </dgm:t>
    </dgm:pt>
    <dgm:pt modelId="{F447BAF2-CCE3-4596-B0B0-B37AF31B2A23}" type="parTrans" cxnId="{0CF9FC0F-FDC7-44AD-82FB-B05C2883D020}">
      <dgm:prSet/>
      <dgm:spPr/>
      <dgm:t>
        <a:bodyPr/>
        <a:lstStyle/>
        <a:p>
          <a:endParaRPr lang="zh-TW" altLang="en-US"/>
        </a:p>
      </dgm:t>
    </dgm:pt>
    <dgm:pt modelId="{53602E0F-AF4F-45E9-A641-E4BDCF137612}" type="pres">
      <dgm:prSet presAssocID="{6DEBA87E-666F-4F12-8CFF-2E1E404B3AC4}" presName="arrowDiagram" presStyleCnt="0">
        <dgm:presLayoutVars>
          <dgm:chMax val="5"/>
          <dgm:dir/>
          <dgm:resizeHandles val="exact"/>
        </dgm:presLayoutVars>
      </dgm:prSet>
      <dgm:spPr/>
    </dgm:pt>
    <dgm:pt modelId="{358A3680-55D9-4B2C-A687-BCE1F4C9A092}" type="pres">
      <dgm:prSet presAssocID="{6DEBA87E-666F-4F12-8CFF-2E1E404B3AC4}" presName="arrow" presStyleLbl="bgShp" presStyleIdx="0" presStyleCnt="1" custAng="10800000" custLinFactX="200000" custLinFactNeighborX="252624" custLinFactNeighborY="21304">
        <dgm:style>
          <a:lnRef idx="1">
            <a:schemeClr val="accent2"/>
          </a:lnRef>
          <a:fillRef idx="3">
            <a:schemeClr val="accent2"/>
          </a:fillRef>
          <a:effectRef idx="2">
            <a:schemeClr val="accent2"/>
          </a:effectRef>
          <a:fontRef idx="minor">
            <a:schemeClr val="lt1"/>
          </a:fontRef>
        </dgm:style>
      </dgm:prSet>
      <dgm:spPr>
        <a:ln/>
      </dgm:spPr>
    </dgm:pt>
    <dgm:pt modelId="{25CB914A-144F-4CAD-B9CE-1FDBE3E4A695}" type="pres">
      <dgm:prSet presAssocID="{6DEBA87E-666F-4F12-8CFF-2E1E404B3AC4}" presName="arrowDiagram1" presStyleCnt="0">
        <dgm:presLayoutVars>
          <dgm:bulletEnabled val="1"/>
        </dgm:presLayoutVars>
      </dgm:prSet>
      <dgm:spPr/>
    </dgm:pt>
    <dgm:pt modelId="{0754E8F4-2C75-442B-BEA8-1B6019181DB5}" type="pres">
      <dgm:prSet presAssocID="{4E4DB154-D1A8-4285-9ACD-FCD3C5C4A08D}" presName="bullet1" presStyleLbl="node1" presStyleIdx="0" presStyleCnt="1" custFlipVert="1" custFlipHor="1" custScaleX="44688" custScaleY="44688" custLinFactNeighborX="95239" custLinFactNeighborY="-30916"/>
      <dgm:spPr/>
      <dgm:t>
        <a:bodyPr/>
        <a:lstStyle/>
        <a:p>
          <a:endParaRPr lang="zh-TW" altLang="en-US"/>
        </a:p>
      </dgm:t>
    </dgm:pt>
    <dgm:pt modelId="{86C39C35-0E20-44DC-9418-C15831081AB3}" type="pres">
      <dgm:prSet presAssocID="{4E4DB154-D1A8-4285-9ACD-FCD3C5C4A08D}" presName="textBox1" presStyleLbl="revTx" presStyleIdx="0" presStyleCnt="1" custScaleX="250000" custScaleY="162659">
        <dgm:presLayoutVars>
          <dgm:bulletEnabled val="1"/>
        </dgm:presLayoutVars>
      </dgm:prSet>
      <dgm:spPr/>
      <dgm:t>
        <a:bodyPr/>
        <a:lstStyle/>
        <a:p>
          <a:endParaRPr lang="zh-TW" altLang="en-US"/>
        </a:p>
      </dgm:t>
    </dgm:pt>
  </dgm:ptLst>
  <dgm:cxnLst>
    <dgm:cxn modelId="{0CF9FC0F-FDC7-44AD-82FB-B05C2883D020}" srcId="{6DEBA87E-666F-4F12-8CFF-2E1E404B3AC4}" destId="{4E4DB154-D1A8-4285-9ACD-FCD3C5C4A08D}" srcOrd="0" destOrd="0" parTransId="{F447BAF2-CCE3-4596-B0B0-B37AF31B2A23}" sibTransId="{3CECDBEC-ECFD-435A-9E64-6C7A2187F51F}"/>
    <dgm:cxn modelId="{B417B996-DA10-4417-AA21-F56B35F833A7}" type="presOf" srcId="{6DEBA87E-666F-4F12-8CFF-2E1E404B3AC4}" destId="{53602E0F-AF4F-45E9-A641-E4BDCF137612}" srcOrd="0" destOrd="0" presId="urn:microsoft.com/office/officeart/2005/8/layout/arrow2"/>
    <dgm:cxn modelId="{428C15AB-0FCA-434C-AE60-E09FDAB0D2BA}" type="presOf" srcId="{4E4DB154-D1A8-4285-9ACD-FCD3C5C4A08D}" destId="{86C39C35-0E20-44DC-9418-C15831081AB3}" srcOrd="0" destOrd="0" presId="urn:microsoft.com/office/officeart/2005/8/layout/arrow2"/>
    <dgm:cxn modelId="{AEF1580D-DD3F-492A-A699-8FFE0448C00E}" type="presParOf" srcId="{53602E0F-AF4F-45E9-A641-E4BDCF137612}" destId="{358A3680-55D9-4B2C-A687-BCE1F4C9A092}" srcOrd="0" destOrd="0" presId="urn:microsoft.com/office/officeart/2005/8/layout/arrow2"/>
    <dgm:cxn modelId="{8B066596-D2A8-4EE2-B4C0-4AFCB2AC22CD}" type="presParOf" srcId="{53602E0F-AF4F-45E9-A641-E4BDCF137612}" destId="{25CB914A-144F-4CAD-B9CE-1FDBE3E4A695}" srcOrd="1" destOrd="0" presId="urn:microsoft.com/office/officeart/2005/8/layout/arrow2"/>
    <dgm:cxn modelId="{E06C6C53-5131-4C44-93F9-D58686040237}" type="presParOf" srcId="{25CB914A-144F-4CAD-B9CE-1FDBE3E4A695}" destId="{0754E8F4-2C75-442B-BEA8-1B6019181DB5}" srcOrd="0" destOrd="0" presId="urn:microsoft.com/office/officeart/2005/8/layout/arrow2"/>
    <dgm:cxn modelId="{CFFD3988-067D-4017-B657-5CB6F298E98F}" type="presParOf" srcId="{25CB914A-144F-4CAD-B9CE-1FDBE3E4A695}" destId="{86C39C35-0E20-44DC-9418-C15831081AB3}" srcOrd="1" destOrd="0" presId="urn:microsoft.com/office/officeart/2005/8/layout/arrow2"/>
  </dgm:cxnLst>
  <dgm:bg/>
  <dgm:whole/>
  <dgm:extLst>
    <a:ext uri="http://schemas.microsoft.com/office/drawing/2008/diagram">
      <dsp:dataModelExt xmlns:dsp="http://schemas.microsoft.com/office/drawing/2008/diagram" xmlns="" relId="rId9"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240299F5-0AED-4DA1-912A-BF4F659AD678}">
      <dsp:nvSpPr>
        <dsp:cNvPr id="0" name=""/>
        <dsp:cNvSpPr/>
      </dsp:nvSpPr>
      <dsp:spPr>
        <a:xfrm>
          <a:off x="1743161" y="555029"/>
          <a:ext cx="3714476" cy="3714476"/>
        </a:xfrm>
        <a:prstGeom prst="blockArc">
          <a:avLst>
            <a:gd name="adj1" fmla="val 10800000"/>
            <a:gd name="adj2" fmla="val 16200000"/>
            <a:gd name="adj3" fmla="val 4637"/>
          </a:avLst>
        </a:prstGeom>
        <a:solidFill>
          <a:schemeClr val="accent3"/>
        </a:solidFill>
        <a:ln w="34925" cap="flat" cmpd="sng" algn="ctr">
          <a:solidFill>
            <a:schemeClr val="lt1"/>
          </a:solidFill>
          <a:prstDash val="solid"/>
        </a:ln>
        <a:effectLst>
          <a:outerShdw blurRad="50800" dist="25000" dir="5400000" rotWithShape="0">
            <a:srgbClr val="000000">
              <a:alpha val="40000"/>
            </a:srgbClr>
          </a:outerShdw>
        </a:effectLst>
      </dsp:spPr>
      <dsp:style>
        <a:lnRef idx="3">
          <a:schemeClr val="lt1"/>
        </a:lnRef>
        <a:fillRef idx="1">
          <a:schemeClr val="accent3"/>
        </a:fillRef>
        <a:effectRef idx="1">
          <a:schemeClr val="accent3"/>
        </a:effectRef>
        <a:fontRef idx="minor">
          <a:schemeClr val="lt1"/>
        </a:fontRef>
      </dsp:style>
    </dsp:sp>
    <dsp:sp modelId="{C4E7808F-CEB2-453D-8DDB-F1F0749039CC}">
      <dsp:nvSpPr>
        <dsp:cNvPr id="0" name=""/>
        <dsp:cNvSpPr/>
      </dsp:nvSpPr>
      <dsp:spPr>
        <a:xfrm>
          <a:off x="1743161" y="555029"/>
          <a:ext cx="3714476" cy="3714476"/>
        </a:xfrm>
        <a:prstGeom prst="blockArc">
          <a:avLst>
            <a:gd name="adj1" fmla="val 5400000"/>
            <a:gd name="adj2" fmla="val 10800000"/>
            <a:gd name="adj3" fmla="val 4637"/>
          </a:avLst>
        </a:prstGeom>
        <a:solidFill>
          <a:schemeClr val="accent3"/>
        </a:solidFill>
        <a:ln w="34925" cap="flat" cmpd="sng" algn="ctr">
          <a:solidFill>
            <a:schemeClr val="lt1"/>
          </a:solidFill>
          <a:prstDash val="solid"/>
        </a:ln>
        <a:effectLst>
          <a:outerShdw blurRad="50800" dist="25000" dir="5400000" rotWithShape="0">
            <a:srgbClr val="000000">
              <a:alpha val="40000"/>
            </a:srgbClr>
          </a:outerShdw>
        </a:effectLst>
      </dsp:spPr>
      <dsp:style>
        <a:lnRef idx="3">
          <a:schemeClr val="lt1"/>
        </a:lnRef>
        <a:fillRef idx="1">
          <a:schemeClr val="accent3"/>
        </a:fillRef>
        <a:effectRef idx="1">
          <a:schemeClr val="accent3"/>
        </a:effectRef>
        <a:fontRef idx="minor">
          <a:schemeClr val="lt1"/>
        </a:fontRef>
      </dsp:style>
    </dsp:sp>
    <dsp:sp modelId="{743B345A-831B-4892-BA6E-23969E27A4DC}">
      <dsp:nvSpPr>
        <dsp:cNvPr id="0" name=""/>
        <dsp:cNvSpPr/>
      </dsp:nvSpPr>
      <dsp:spPr>
        <a:xfrm>
          <a:off x="1751253" y="555047"/>
          <a:ext cx="3714476" cy="3714476"/>
        </a:xfrm>
        <a:prstGeom prst="blockArc">
          <a:avLst>
            <a:gd name="adj1" fmla="val 21573442"/>
            <a:gd name="adj2" fmla="val 5415333"/>
            <a:gd name="adj3" fmla="val 4637"/>
          </a:avLst>
        </a:prstGeom>
        <a:solidFill>
          <a:schemeClr val="accent3"/>
        </a:solidFill>
        <a:ln w="34925" cap="flat" cmpd="sng" algn="ctr">
          <a:solidFill>
            <a:schemeClr val="lt1"/>
          </a:solidFill>
          <a:prstDash val="solid"/>
        </a:ln>
        <a:effectLst>
          <a:outerShdw blurRad="50800" dist="25000" dir="5400000" rotWithShape="0">
            <a:srgbClr val="000000">
              <a:alpha val="40000"/>
            </a:srgbClr>
          </a:outerShdw>
        </a:effectLst>
      </dsp:spPr>
      <dsp:style>
        <a:lnRef idx="3">
          <a:schemeClr val="lt1"/>
        </a:lnRef>
        <a:fillRef idx="1">
          <a:schemeClr val="accent3"/>
        </a:fillRef>
        <a:effectRef idx="1">
          <a:schemeClr val="accent3"/>
        </a:effectRef>
        <a:fontRef idx="minor">
          <a:schemeClr val="lt1"/>
        </a:fontRef>
      </dsp:style>
    </dsp:sp>
    <dsp:sp modelId="{E81213C1-829C-4C31-BBAD-AECE8D6E25C2}">
      <dsp:nvSpPr>
        <dsp:cNvPr id="0" name=""/>
        <dsp:cNvSpPr/>
      </dsp:nvSpPr>
      <dsp:spPr>
        <a:xfrm>
          <a:off x="1751253" y="555011"/>
          <a:ext cx="3714476" cy="3714476"/>
        </a:xfrm>
        <a:prstGeom prst="blockArc">
          <a:avLst>
            <a:gd name="adj1" fmla="val 16184667"/>
            <a:gd name="adj2" fmla="val 21573510"/>
            <a:gd name="adj3" fmla="val 4637"/>
          </a:avLst>
        </a:prstGeom>
        <a:solidFill>
          <a:schemeClr val="accent3"/>
        </a:solidFill>
        <a:ln w="34925" cap="flat" cmpd="sng" algn="ctr">
          <a:solidFill>
            <a:schemeClr val="lt1"/>
          </a:solidFill>
          <a:prstDash val="solid"/>
        </a:ln>
        <a:effectLst>
          <a:outerShdw blurRad="50800" dist="25000" dir="5400000" rotWithShape="0">
            <a:srgbClr val="000000">
              <a:alpha val="40000"/>
            </a:srgbClr>
          </a:outerShdw>
        </a:effectLst>
      </dsp:spPr>
      <dsp:style>
        <a:lnRef idx="3">
          <a:schemeClr val="lt1"/>
        </a:lnRef>
        <a:fillRef idx="1">
          <a:schemeClr val="accent3"/>
        </a:fillRef>
        <a:effectRef idx="1">
          <a:schemeClr val="accent3"/>
        </a:effectRef>
        <a:fontRef idx="minor">
          <a:schemeClr val="lt1"/>
        </a:fontRef>
      </dsp:style>
    </dsp:sp>
    <dsp:sp modelId="{2078CB86-9378-4D24-B80E-EB5D452A53C5}">
      <dsp:nvSpPr>
        <dsp:cNvPr id="0" name=""/>
        <dsp:cNvSpPr/>
      </dsp:nvSpPr>
      <dsp:spPr>
        <a:xfrm>
          <a:off x="2746008" y="1557876"/>
          <a:ext cx="1708783" cy="1708783"/>
        </a:xfrm>
        <a:prstGeom prst="ellipse">
          <a:avLst/>
        </a:prstGeom>
        <a:gradFill rotWithShape="1">
          <a:gsLst>
            <a:gs pos="0">
              <a:schemeClr val="accent5">
                <a:shade val="63000"/>
                <a:satMod val="165000"/>
              </a:schemeClr>
            </a:gs>
            <a:gs pos="30000">
              <a:schemeClr val="accent5">
                <a:shade val="58000"/>
                <a:satMod val="165000"/>
              </a:schemeClr>
            </a:gs>
            <a:gs pos="75000">
              <a:schemeClr val="accent5">
                <a:shade val="30000"/>
                <a:satMod val="175000"/>
              </a:schemeClr>
            </a:gs>
            <a:gs pos="100000">
              <a:schemeClr val="accent5">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dsp:spPr>
      <dsp:style>
        <a:lnRef idx="0">
          <a:schemeClr val="accent5"/>
        </a:lnRef>
        <a:fillRef idx="3">
          <a:schemeClr val="accent5"/>
        </a:fillRef>
        <a:effectRef idx="3">
          <a:schemeClr val="accent5"/>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zh-TW" altLang="en-US" sz="2000" b="1" kern="1200" dirty="0" smtClean="0">
              <a:solidFill>
                <a:schemeClr val="tx1"/>
              </a:solidFill>
              <a:latin typeface="微軟正黑體" pitchFamily="34" charset="-120"/>
              <a:ea typeface="微軟正黑體" pitchFamily="34" charset="-120"/>
            </a:rPr>
            <a:t>客變</a:t>
          </a:r>
          <a:endParaRPr lang="zh-TW" altLang="en-US" sz="2000" b="1" kern="1200" dirty="0">
            <a:solidFill>
              <a:schemeClr val="tx1"/>
            </a:solidFill>
            <a:latin typeface="微軟正黑體" pitchFamily="34" charset="-120"/>
            <a:ea typeface="微軟正黑體" pitchFamily="34" charset="-120"/>
          </a:endParaRPr>
        </a:p>
      </dsp:txBody>
      <dsp:txXfrm>
        <a:off x="2746008" y="1557876"/>
        <a:ext cx="1708783" cy="1708783"/>
      </dsp:txXfrm>
    </dsp:sp>
    <dsp:sp modelId="{899FB065-75AB-4151-ABBB-F633402C4F6A}">
      <dsp:nvSpPr>
        <dsp:cNvPr id="0" name=""/>
        <dsp:cNvSpPr/>
      </dsp:nvSpPr>
      <dsp:spPr>
        <a:xfrm>
          <a:off x="3002325" y="16"/>
          <a:ext cx="1196148" cy="1196148"/>
        </a:xfrm>
        <a:prstGeom prst="ellipse">
          <a:avLst/>
        </a:prstGeom>
        <a:gradFill rotWithShape="1">
          <a:gsLst>
            <a:gs pos="0">
              <a:schemeClr val="accent2">
                <a:shade val="63000"/>
                <a:satMod val="165000"/>
              </a:schemeClr>
            </a:gs>
            <a:gs pos="30000">
              <a:schemeClr val="accent2">
                <a:shade val="58000"/>
                <a:satMod val="165000"/>
              </a:schemeClr>
            </a:gs>
            <a:gs pos="75000">
              <a:schemeClr val="accent2">
                <a:shade val="30000"/>
                <a:satMod val="175000"/>
              </a:schemeClr>
            </a:gs>
            <a:gs pos="100000">
              <a:schemeClr val="accent2">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dsp:spPr>
      <dsp:style>
        <a:lnRef idx="0">
          <a:schemeClr val="accent2"/>
        </a:lnRef>
        <a:fillRef idx="3">
          <a:schemeClr val="accent2"/>
        </a:fillRef>
        <a:effectRef idx="3">
          <a:schemeClr val="accent2"/>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zh-TW" altLang="en-US" sz="1400" b="1" kern="1200" dirty="0" smtClean="0">
              <a:solidFill>
                <a:schemeClr val="tx1"/>
              </a:solidFill>
              <a:latin typeface="微軟正黑體" pitchFamily="34" charset="-120"/>
              <a:ea typeface="微軟正黑體" pitchFamily="34" charset="-120"/>
            </a:rPr>
            <a:t>建材</a:t>
          </a:r>
          <a:endParaRPr lang="zh-TW" altLang="en-US" sz="1400" b="1" kern="1200" dirty="0">
            <a:solidFill>
              <a:schemeClr val="tx1"/>
            </a:solidFill>
            <a:latin typeface="微軟正黑體" pitchFamily="34" charset="-120"/>
            <a:ea typeface="微軟正黑體" pitchFamily="34" charset="-120"/>
          </a:endParaRPr>
        </a:p>
      </dsp:txBody>
      <dsp:txXfrm>
        <a:off x="3002325" y="16"/>
        <a:ext cx="1196148" cy="1196148"/>
      </dsp:txXfrm>
    </dsp:sp>
    <dsp:sp modelId="{F91123E2-ECFA-4483-BF90-578E41699005}">
      <dsp:nvSpPr>
        <dsp:cNvPr id="0" name=""/>
        <dsp:cNvSpPr/>
      </dsp:nvSpPr>
      <dsp:spPr>
        <a:xfrm>
          <a:off x="4824539" y="1800196"/>
          <a:ext cx="1196148" cy="1196148"/>
        </a:xfrm>
        <a:prstGeom prst="ellipse">
          <a:avLst/>
        </a:prstGeom>
        <a:gradFill rotWithShape="1">
          <a:gsLst>
            <a:gs pos="0">
              <a:schemeClr val="accent2">
                <a:shade val="63000"/>
                <a:satMod val="165000"/>
              </a:schemeClr>
            </a:gs>
            <a:gs pos="30000">
              <a:schemeClr val="accent2">
                <a:shade val="58000"/>
                <a:satMod val="165000"/>
              </a:schemeClr>
            </a:gs>
            <a:gs pos="75000">
              <a:schemeClr val="accent2">
                <a:shade val="30000"/>
                <a:satMod val="175000"/>
              </a:schemeClr>
            </a:gs>
            <a:gs pos="100000">
              <a:schemeClr val="accent2">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dsp:spPr>
      <dsp:style>
        <a:lnRef idx="0">
          <a:schemeClr val="accent2"/>
        </a:lnRef>
        <a:fillRef idx="3">
          <a:schemeClr val="accent2"/>
        </a:fillRef>
        <a:effectRef idx="3">
          <a:schemeClr val="accent2"/>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zh-TW" altLang="en-US" sz="1400" b="1" kern="1200" dirty="0" smtClean="0">
              <a:solidFill>
                <a:schemeClr val="tx1"/>
              </a:solidFill>
              <a:latin typeface="微軟正黑體" pitchFamily="34" charset="-120"/>
              <a:ea typeface="微軟正黑體" pitchFamily="34" charset="-120"/>
            </a:rPr>
            <a:t>建築圖說</a:t>
          </a:r>
          <a:endParaRPr lang="zh-TW" altLang="en-US" sz="1400" b="1" kern="1200" dirty="0">
            <a:solidFill>
              <a:schemeClr val="tx1"/>
            </a:solidFill>
            <a:latin typeface="微軟正黑體" pitchFamily="34" charset="-120"/>
            <a:ea typeface="微軟正黑體" pitchFamily="34" charset="-120"/>
          </a:endParaRPr>
        </a:p>
      </dsp:txBody>
      <dsp:txXfrm>
        <a:off x="4824539" y="1800196"/>
        <a:ext cx="1196148" cy="1196148"/>
      </dsp:txXfrm>
    </dsp:sp>
    <dsp:sp modelId="{D2C96707-6B05-4873-8215-27C4CC833B5E}">
      <dsp:nvSpPr>
        <dsp:cNvPr id="0" name=""/>
        <dsp:cNvSpPr/>
      </dsp:nvSpPr>
      <dsp:spPr>
        <a:xfrm>
          <a:off x="3002325" y="3628370"/>
          <a:ext cx="1196148" cy="1196148"/>
        </a:xfrm>
        <a:prstGeom prst="ellipse">
          <a:avLst/>
        </a:prstGeom>
        <a:gradFill rotWithShape="1">
          <a:gsLst>
            <a:gs pos="0">
              <a:schemeClr val="accent2">
                <a:shade val="63000"/>
                <a:satMod val="165000"/>
              </a:schemeClr>
            </a:gs>
            <a:gs pos="30000">
              <a:schemeClr val="accent2">
                <a:shade val="58000"/>
                <a:satMod val="165000"/>
              </a:schemeClr>
            </a:gs>
            <a:gs pos="75000">
              <a:schemeClr val="accent2">
                <a:shade val="30000"/>
                <a:satMod val="175000"/>
              </a:schemeClr>
            </a:gs>
            <a:gs pos="100000">
              <a:schemeClr val="accent2">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dsp:spPr>
      <dsp:style>
        <a:lnRef idx="0">
          <a:schemeClr val="accent2"/>
        </a:lnRef>
        <a:fillRef idx="3">
          <a:schemeClr val="accent2"/>
        </a:fillRef>
        <a:effectRef idx="3">
          <a:schemeClr val="accent2"/>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zh-TW" altLang="en-US" sz="1400" b="1" kern="1200" dirty="0" smtClean="0">
              <a:solidFill>
                <a:schemeClr val="tx1"/>
              </a:solidFill>
              <a:latin typeface="微軟正黑體" pitchFamily="34" charset="-120"/>
              <a:ea typeface="微軟正黑體" pitchFamily="34" charset="-120"/>
            </a:rPr>
            <a:t>機電圖說</a:t>
          </a:r>
          <a:endParaRPr lang="zh-TW" altLang="en-US" sz="1400" b="1" kern="1200" dirty="0">
            <a:solidFill>
              <a:schemeClr val="tx1"/>
            </a:solidFill>
            <a:latin typeface="微軟正黑體" pitchFamily="34" charset="-120"/>
            <a:ea typeface="微軟正黑體" pitchFamily="34" charset="-120"/>
          </a:endParaRPr>
        </a:p>
      </dsp:txBody>
      <dsp:txXfrm>
        <a:off x="3002325" y="3628370"/>
        <a:ext cx="1196148" cy="1196148"/>
      </dsp:txXfrm>
    </dsp:sp>
    <dsp:sp modelId="{E07491A3-BEDA-4387-9372-DE63300C362C}">
      <dsp:nvSpPr>
        <dsp:cNvPr id="0" name=""/>
        <dsp:cNvSpPr/>
      </dsp:nvSpPr>
      <dsp:spPr>
        <a:xfrm>
          <a:off x="1188148" y="1814193"/>
          <a:ext cx="1196148" cy="1196148"/>
        </a:xfrm>
        <a:prstGeom prst="ellipse">
          <a:avLst/>
        </a:prstGeom>
        <a:gradFill rotWithShape="1">
          <a:gsLst>
            <a:gs pos="0">
              <a:schemeClr val="accent2">
                <a:shade val="63000"/>
                <a:satMod val="165000"/>
              </a:schemeClr>
            </a:gs>
            <a:gs pos="30000">
              <a:schemeClr val="accent2">
                <a:shade val="58000"/>
                <a:satMod val="165000"/>
              </a:schemeClr>
            </a:gs>
            <a:gs pos="75000">
              <a:schemeClr val="accent2">
                <a:shade val="30000"/>
                <a:satMod val="175000"/>
              </a:schemeClr>
            </a:gs>
            <a:gs pos="100000">
              <a:schemeClr val="accent2">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dsp:spPr>
      <dsp:style>
        <a:lnRef idx="0">
          <a:schemeClr val="accent2"/>
        </a:lnRef>
        <a:fillRef idx="3">
          <a:schemeClr val="accent2"/>
        </a:fillRef>
        <a:effectRef idx="3">
          <a:schemeClr val="accent2"/>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zh-TW" altLang="en-US" sz="1400" b="1" kern="1200" dirty="0" smtClean="0">
              <a:solidFill>
                <a:schemeClr val="tx1"/>
              </a:solidFill>
              <a:latin typeface="微軟正黑體" pitchFamily="34" charset="-120"/>
              <a:ea typeface="微軟正黑體" pitchFamily="34" charset="-120"/>
            </a:rPr>
            <a:t>設備</a:t>
          </a:r>
          <a:endParaRPr lang="zh-TW" altLang="en-US" sz="1400" b="1" kern="1200" dirty="0">
            <a:solidFill>
              <a:schemeClr val="tx1"/>
            </a:solidFill>
            <a:latin typeface="微軟正黑體" pitchFamily="34" charset="-120"/>
            <a:ea typeface="微軟正黑體" pitchFamily="34" charset="-120"/>
          </a:endParaRPr>
        </a:p>
      </dsp:txBody>
      <dsp:txXfrm>
        <a:off x="1188148" y="1814193"/>
        <a:ext cx="1196148" cy="1196148"/>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4" name="矩形 3"/>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kumimoji="0" lang="en-US"/>
          </a:p>
        </p:txBody>
      </p:sp>
      <p:sp>
        <p:nvSpPr>
          <p:cNvPr id="5" name="矩形 4"/>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kumimoji="0" lang="en-US"/>
          </a:p>
        </p:txBody>
      </p:sp>
      <p:sp>
        <p:nvSpPr>
          <p:cNvPr id="6" name="矩形 5"/>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kumimoji="0" lang="en-US"/>
          </a:p>
        </p:txBody>
      </p:sp>
      <p:sp>
        <p:nvSpPr>
          <p:cNvPr id="7" name="矩形 6"/>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kumimoji="0" lang="en-US"/>
          </a:p>
        </p:txBody>
      </p:sp>
      <p:sp>
        <p:nvSpPr>
          <p:cNvPr id="10" name="直線接點 9"/>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fontAlgn="auto">
              <a:spcBef>
                <a:spcPts val="0"/>
              </a:spcBef>
              <a:spcAft>
                <a:spcPts val="0"/>
              </a:spcAft>
              <a:defRPr/>
            </a:pPr>
            <a:endParaRPr kumimoji="0" lang="en-US">
              <a:latin typeface="+mn-lt"/>
              <a:ea typeface="+mn-ea"/>
            </a:endParaRPr>
          </a:p>
        </p:txBody>
      </p:sp>
      <p:sp>
        <p:nvSpPr>
          <p:cNvPr id="11" name="直線接點 10"/>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fontAlgn="auto">
              <a:spcBef>
                <a:spcPts val="0"/>
              </a:spcBef>
              <a:spcAft>
                <a:spcPts val="0"/>
              </a:spcAft>
              <a:defRPr/>
            </a:pPr>
            <a:endParaRPr kumimoji="0" lang="en-US">
              <a:latin typeface="+mn-lt"/>
              <a:ea typeface="+mn-ea"/>
            </a:endParaRPr>
          </a:p>
        </p:txBody>
      </p:sp>
      <p:sp>
        <p:nvSpPr>
          <p:cNvPr id="12" name="直線接點 11"/>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fontAlgn="auto">
              <a:spcBef>
                <a:spcPts val="0"/>
              </a:spcBef>
              <a:spcAft>
                <a:spcPts val="0"/>
              </a:spcAft>
              <a:defRPr/>
            </a:pPr>
            <a:endParaRPr kumimoji="0" lang="en-US">
              <a:latin typeface="+mn-lt"/>
              <a:ea typeface="+mn-ea"/>
            </a:endParaRPr>
          </a:p>
        </p:txBody>
      </p:sp>
      <p:sp>
        <p:nvSpPr>
          <p:cNvPr id="13" name="直線接點 12"/>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fontAlgn="auto">
              <a:spcBef>
                <a:spcPts val="0"/>
              </a:spcBef>
              <a:spcAft>
                <a:spcPts val="0"/>
              </a:spcAft>
              <a:defRPr/>
            </a:pPr>
            <a:endParaRPr kumimoji="0" lang="en-US">
              <a:latin typeface="+mn-lt"/>
              <a:ea typeface="+mn-ea"/>
            </a:endParaRPr>
          </a:p>
        </p:txBody>
      </p:sp>
      <p:sp>
        <p:nvSpPr>
          <p:cNvPr id="14" name="直線接點 13"/>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fontAlgn="auto">
              <a:spcBef>
                <a:spcPts val="0"/>
              </a:spcBef>
              <a:spcAft>
                <a:spcPts val="0"/>
              </a:spcAft>
              <a:defRPr/>
            </a:pPr>
            <a:endParaRPr kumimoji="0" lang="en-US">
              <a:latin typeface="+mn-lt"/>
              <a:ea typeface="+mn-ea"/>
            </a:endParaRPr>
          </a:p>
        </p:txBody>
      </p:sp>
      <p:sp>
        <p:nvSpPr>
          <p:cNvPr id="15" name="直線接點 14"/>
          <p:cNvSpPr>
            <a:spLocks noChangeShapeType="1"/>
          </p:cNvSpPr>
          <p:nvPr/>
        </p:nvSpPr>
        <p:spPr bwMode="auto">
          <a:xfrm>
            <a:off x="911383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fontAlgn="auto">
              <a:spcBef>
                <a:spcPts val="0"/>
              </a:spcBef>
              <a:spcAft>
                <a:spcPts val="0"/>
              </a:spcAft>
              <a:defRPr/>
            </a:pPr>
            <a:endParaRPr kumimoji="0" lang="en-US">
              <a:latin typeface="+mn-lt"/>
              <a:ea typeface="+mn-ea"/>
            </a:endParaRPr>
          </a:p>
        </p:txBody>
      </p:sp>
      <p:sp>
        <p:nvSpPr>
          <p:cNvPr id="16" name="矩形 15"/>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kumimoji="0" lang="en-US" dirty="0"/>
          </a:p>
        </p:txBody>
      </p:sp>
      <p:sp>
        <p:nvSpPr>
          <p:cNvPr id="17" name="橢圓 16"/>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kumimoji="0" lang="en-US" dirty="0"/>
          </a:p>
        </p:txBody>
      </p:sp>
      <p:sp>
        <p:nvSpPr>
          <p:cNvPr id="18" name="橢圓 17"/>
          <p:cNvSpPr/>
          <p:nvPr/>
        </p:nvSpPr>
        <p:spPr bwMode="auto">
          <a:xfrm>
            <a:off x="1309688" y="4867275"/>
            <a:ext cx="641350"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kumimoji="0" lang="en-US" dirty="0"/>
          </a:p>
        </p:txBody>
      </p:sp>
      <p:sp>
        <p:nvSpPr>
          <p:cNvPr id="19" name="橢圓 18"/>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kumimoji="0" lang="en-US" dirty="0"/>
          </a:p>
        </p:txBody>
      </p:sp>
      <p:sp>
        <p:nvSpPr>
          <p:cNvPr id="20" name="橢圓 19"/>
          <p:cNvSpPr/>
          <p:nvPr/>
        </p:nvSpPr>
        <p:spPr bwMode="auto">
          <a:xfrm>
            <a:off x="1663700" y="5788025"/>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kumimoji="0" lang="en-US" dirty="0"/>
          </a:p>
        </p:txBody>
      </p:sp>
      <p:sp>
        <p:nvSpPr>
          <p:cNvPr id="21" name="橢圓 20"/>
          <p:cNvSpPr/>
          <p:nvPr/>
        </p:nvSpPr>
        <p:spPr>
          <a:xfrm>
            <a:off x="1905000" y="4495800"/>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kumimoji="0" lang="en-US" dirty="0"/>
          </a:p>
        </p:txBody>
      </p:sp>
      <p:sp>
        <p:nvSpPr>
          <p:cNvPr id="8" name="標題 7"/>
          <p:cNvSpPr>
            <a:spLocks noGrp="1"/>
          </p:cNvSpPr>
          <p:nvPr>
            <p:ph type="ctrTitle"/>
          </p:nvPr>
        </p:nvSpPr>
        <p:spPr>
          <a:xfrm>
            <a:off x="2286000" y="3124200"/>
            <a:ext cx="6172200" cy="1894362"/>
          </a:xfrm>
        </p:spPr>
        <p:txBody>
          <a:bodyPr/>
          <a:lstStyle>
            <a:lvl1pPr>
              <a:defRPr b="1"/>
            </a:lvl1pPr>
          </a:lstStyle>
          <a:p>
            <a:r>
              <a:rPr lang="zh-TW" altLang="en-US" smtClean="0"/>
              <a:t>按一下以編輯母片標題樣式</a:t>
            </a:r>
            <a:endParaRPr lang="en-US"/>
          </a:p>
        </p:txBody>
      </p:sp>
      <p:sp>
        <p:nvSpPr>
          <p:cNvPr id="9" name="副標題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TW" altLang="en-US" smtClean="0"/>
              <a:t>按一下以編輯母片副標題樣式</a:t>
            </a:r>
            <a:endParaRPr lang="en-US"/>
          </a:p>
        </p:txBody>
      </p:sp>
      <p:sp>
        <p:nvSpPr>
          <p:cNvPr id="22" name="日期版面配置區 27"/>
          <p:cNvSpPr>
            <a:spLocks noGrp="1"/>
          </p:cNvSpPr>
          <p:nvPr>
            <p:ph type="dt" sz="half" idx="10"/>
          </p:nvPr>
        </p:nvSpPr>
        <p:spPr bwMode="auto">
          <a:xfrm rot="5400000">
            <a:off x="7764463" y="1174750"/>
            <a:ext cx="2286000" cy="381000"/>
          </a:xfrm>
        </p:spPr>
        <p:txBody>
          <a:bodyPr/>
          <a:lstStyle>
            <a:lvl1pPr>
              <a:defRPr/>
            </a:lvl1pPr>
          </a:lstStyle>
          <a:p>
            <a:pPr>
              <a:defRPr/>
            </a:pPr>
            <a:fld id="{5E156024-6C38-4E5C-AFCD-5CDAE95844CF}" type="datetimeFigureOut">
              <a:rPr lang="zh-TW" altLang="en-US"/>
              <a:pPr>
                <a:defRPr/>
              </a:pPr>
              <a:t>2024/3/4</a:t>
            </a:fld>
            <a:endParaRPr lang="zh-TW" altLang="en-US"/>
          </a:p>
        </p:txBody>
      </p:sp>
      <p:sp>
        <p:nvSpPr>
          <p:cNvPr id="23" name="頁尾版面配置區 16"/>
          <p:cNvSpPr>
            <a:spLocks noGrp="1"/>
          </p:cNvSpPr>
          <p:nvPr>
            <p:ph type="ftr" sz="quarter" idx="11"/>
          </p:nvPr>
        </p:nvSpPr>
        <p:spPr bwMode="auto">
          <a:xfrm rot="5400000">
            <a:off x="7077076" y="4181475"/>
            <a:ext cx="3657600" cy="384175"/>
          </a:xfrm>
        </p:spPr>
        <p:txBody>
          <a:bodyPr/>
          <a:lstStyle>
            <a:lvl1pPr>
              <a:defRPr/>
            </a:lvl1pPr>
          </a:lstStyle>
          <a:p>
            <a:pPr>
              <a:defRPr/>
            </a:pPr>
            <a:endParaRPr lang="zh-TW" altLang="en-US"/>
          </a:p>
        </p:txBody>
      </p:sp>
      <p:sp>
        <p:nvSpPr>
          <p:cNvPr id="24" name="投影片編號版面配置區 28"/>
          <p:cNvSpPr>
            <a:spLocks noGrp="1"/>
          </p:cNvSpPr>
          <p:nvPr>
            <p:ph type="sldNum" sz="quarter" idx="12"/>
          </p:nvPr>
        </p:nvSpPr>
        <p:spPr bwMode="auto">
          <a:xfrm>
            <a:off x="1325563" y="4929188"/>
            <a:ext cx="609600" cy="517525"/>
          </a:xfrm>
        </p:spPr>
        <p:txBody>
          <a:bodyPr/>
          <a:lstStyle>
            <a:lvl1pPr>
              <a:defRPr/>
            </a:lvl1pPr>
          </a:lstStyle>
          <a:p>
            <a:pPr>
              <a:defRPr/>
            </a:pPr>
            <a:fld id="{29A4650F-7DA2-4EF6-8518-82F05E074556}" type="slidenum">
              <a:rPr lang="zh-TW" altLang="en-US"/>
              <a:pPr>
                <a:defRPr/>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en-US"/>
          </a:p>
        </p:txBody>
      </p:sp>
      <p:sp>
        <p:nvSpPr>
          <p:cNvPr id="8" name="內容版面配置區 7"/>
          <p:cNvSpPr>
            <a:spLocks noGrp="1"/>
          </p:cNvSpPr>
          <p:nvPr>
            <p:ph sz="quarter" idx="1"/>
          </p:nvPr>
        </p:nvSpPr>
        <p:spPr>
          <a:xfrm>
            <a:off x="457200" y="1600200"/>
            <a:ext cx="7467600" cy="4873752"/>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a:p>
        </p:txBody>
      </p:sp>
      <p:sp>
        <p:nvSpPr>
          <p:cNvPr id="4" name="日期版面配置區 6"/>
          <p:cNvSpPr>
            <a:spLocks noGrp="1"/>
          </p:cNvSpPr>
          <p:nvPr>
            <p:ph type="dt" sz="half" idx="10"/>
          </p:nvPr>
        </p:nvSpPr>
        <p:spPr/>
        <p:txBody>
          <a:bodyPr rtlCol="0"/>
          <a:lstStyle>
            <a:lvl1pPr>
              <a:defRPr/>
            </a:lvl1pPr>
          </a:lstStyle>
          <a:p>
            <a:pPr>
              <a:defRPr/>
            </a:pPr>
            <a:fld id="{76C97F89-B22C-4FAD-B603-D8BAE1A92DF7}" type="datetimeFigureOut">
              <a:rPr lang="zh-TW" altLang="en-US"/>
              <a:pPr>
                <a:defRPr/>
              </a:pPr>
              <a:t>2024/3/4</a:t>
            </a:fld>
            <a:endParaRPr lang="zh-TW" altLang="en-US"/>
          </a:p>
        </p:txBody>
      </p:sp>
      <p:sp>
        <p:nvSpPr>
          <p:cNvPr id="5" name="投影片編號版面配置區 8"/>
          <p:cNvSpPr>
            <a:spLocks noGrp="1"/>
          </p:cNvSpPr>
          <p:nvPr>
            <p:ph type="sldNum" sz="quarter" idx="11"/>
          </p:nvPr>
        </p:nvSpPr>
        <p:spPr/>
        <p:txBody>
          <a:bodyPr rtlCol="0"/>
          <a:lstStyle>
            <a:lvl1pPr>
              <a:defRPr/>
            </a:lvl1pPr>
          </a:lstStyle>
          <a:p>
            <a:pPr>
              <a:defRPr/>
            </a:pPr>
            <a:fld id="{C78340E4-E775-4B90-BF8F-817327C3EE81}" type="slidenum">
              <a:rPr lang="zh-TW" altLang="en-US"/>
              <a:pPr>
                <a:defRPr/>
              </a:pPr>
              <a:t>‹#›</a:t>
            </a:fld>
            <a:endParaRPr lang="zh-TW" altLang="en-US"/>
          </a:p>
        </p:txBody>
      </p:sp>
      <p:sp>
        <p:nvSpPr>
          <p:cNvPr id="6" name="頁尾版面配置區 9"/>
          <p:cNvSpPr>
            <a:spLocks noGrp="1"/>
          </p:cNvSpPr>
          <p:nvPr>
            <p:ph type="ftr" sz="quarter" idx="12"/>
          </p:nvPr>
        </p:nvSpPr>
        <p:spPr/>
        <p:txBody>
          <a:bodyPr rtlCol="0"/>
          <a:lstStyle>
            <a:lvl1pPr>
              <a:defRPr/>
            </a:lvl1pPr>
          </a:lstStyle>
          <a:p>
            <a:pPr>
              <a:defRPr/>
            </a:pPr>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4" name="矩形 3"/>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kumimoji="0" lang="en-US"/>
          </a:p>
        </p:txBody>
      </p:sp>
      <p:sp>
        <p:nvSpPr>
          <p:cNvPr id="5" name="矩形 4"/>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kumimoji="0" lang="en-US"/>
          </a:p>
        </p:txBody>
      </p:sp>
      <p:sp>
        <p:nvSpPr>
          <p:cNvPr id="6" name="矩形 5"/>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kumimoji="0" lang="en-US"/>
          </a:p>
        </p:txBody>
      </p:sp>
      <p:sp>
        <p:nvSpPr>
          <p:cNvPr id="7" name="矩形 6"/>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kumimoji="0" lang="en-US"/>
          </a:p>
        </p:txBody>
      </p:sp>
      <p:sp>
        <p:nvSpPr>
          <p:cNvPr id="8" name="直線接點 7"/>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fontAlgn="auto">
              <a:spcBef>
                <a:spcPts val="0"/>
              </a:spcBef>
              <a:spcAft>
                <a:spcPts val="0"/>
              </a:spcAft>
              <a:defRPr/>
            </a:pPr>
            <a:endParaRPr kumimoji="0" lang="en-US">
              <a:latin typeface="+mn-lt"/>
              <a:ea typeface="+mn-ea"/>
            </a:endParaRPr>
          </a:p>
        </p:txBody>
      </p:sp>
      <p:sp>
        <p:nvSpPr>
          <p:cNvPr id="9" name="直線接點 8"/>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fontAlgn="auto">
              <a:spcBef>
                <a:spcPts val="0"/>
              </a:spcBef>
              <a:spcAft>
                <a:spcPts val="0"/>
              </a:spcAft>
              <a:defRPr/>
            </a:pPr>
            <a:endParaRPr kumimoji="0" lang="en-US">
              <a:latin typeface="+mn-lt"/>
              <a:ea typeface="+mn-ea"/>
            </a:endParaRPr>
          </a:p>
        </p:txBody>
      </p:sp>
      <p:sp>
        <p:nvSpPr>
          <p:cNvPr id="10" name="直線接點 9"/>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fontAlgn="auto">
              <a:spcBef>
                <a:spcPts val="0"/>
              </a:spcBef>
              <a:spcAft>
                <a:spcPts val="0"/>
              </a:spcAft>
              <a:defRPr/>
            </a:pPr>
            <a:endParaRPr kumimoji="0" lang="en-US">
              <a:latin typeface="+mn-lt"/>
              <a:ea typeface="+mn-ea"/>
            </a:endParaRPr>
          </a:p>
        </p:txBody>
      </p:sp>
      <p:sp>
        <p:nvSpPr>
          <p:cNvPr id="11" name="直線接點 10"/>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fontAlgn="auto">
              <a:spcBef>
                <a:spcPts val="0"/>
              </a:spcBef>
              <a:spcAft>
                <a:spcPts val="0"/>
              </a:spcAft>
              <a:defRPr/>
            </a:pPr>
            <a:endParaRPr kumimoji="0" lang="en-US">
              <a:latin typeface="+mn-lt"/>
              <a:ea typeface="+mn-ea"/>
            </a:endParaRPr>
          </a:p>
        </p:txBody>
      </p:sp>
      <p:sp>
        <p:nvSpPr>
          <p:cNvPr id="12" name="直線接點 11"/>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fontAlgn="auto">
              <a:spcBef>
                <a:spcPts val="0"/>
              </a:spcBef>
              <a:spcAft>
                <a:spcPts val="0"/>
              </a:spcAft>
              <a:defRPr/>
            </a:pPr>
            <a:endParaRPr kumimoji="0" lang="en-US">
              <a:latin typeface="+mn-lt"/>
              <a:ea typeface="+mn-ea"/>
            </a:endParaRPr>
          </a:p>
        </p:txBody>
      </p:sp>
      <p:sp>
        <p:nvSpPr>
          <p:cNvPr id="13" name="矩形 12"/>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kumimoji="0" lang="en-US" dirty="0"/>
          </a:p>
        </p:txBody>
      </p:sp>
      <p:sp>
        <p:nvSpPr>
          <p:cNvPr id="14" name="橢圓 13"/>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kumimoji="0" lang="en-US" dirty="0"/>
          </a:p>
        </p:txBody>
      </p:sp>
      <p:sp>
        <p:nvSpPr>
          <p:cNvPr id="15" name="橢圓 14"/>
          <p:cNvSpPr/>
          <p:nvPr/>
        </p:nvSpPr>
        <p:spPr bwMode="auto">
          <a:xfrm>
            <a:off x="1323975" y="4867275"/>
            <a:ext cx="642938"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kumimoji="0" lang="en-US" dirty="0"/>
          </a:p>
        </p:txBody>
      </p:sp>
      <p:sp>
        <p:nvSpPr>
          <p:cNvPr id="16" name="橢圓 15"/>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kumimoji="0" lang="en-US" dirty="0"/>
          </a:p>
        </p:txBody>
      </p:sp>
      <p:sp>
        <p:nvSpPr>
          <p:cNvPr id="17" name="橢圓 16"/>
          <p:cNvSpPr/>
          <p:nvPr/>
        </p:nvSpPr>
        <p:spPr bwMode="auto">
          <a:xfrm>
            <a:off x="1663700" y="5791200"/>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kumimoji="0" lang="en-US" dirty="0"/>
          </a:p>
        </p:txBody>
      </p:sp>
      <p:sp>
        <p:nvSpPr>
          <p:cNvPr id="18" name="橢圓 17"/>
          <p:cNvSpPr/>
          <p:nvPr/>
        </p:nvSpPr>
        <p:spPr bwMode="auto">
          <a:xfrm>
            <a:off x="1879600" y="4479925"/>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kumimoji="0" lang="en-US" dirty="0"/>
          </a:p>
        </p:txBody>
      </p:sp>
      <p:sp>
        <p:nvSpPr>
          <p:cNvPr id="19" name="直線接點 18"/>
          <p:cNvSpPr>
            <a:spLocks noChangeShapeType="1"/>
          </p:cNvSpPr>
          <p:nvPr/>
        </p:nvSpPr>
        <p:spPr bwMode="auto">
          <a:xfrm>
            <a:off x="9097963"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fontAlgn="auto">
              <a:spcBef>
                <a:spcPts val="0"/>
              </a:spcBef>
              <a:spcAft>
                <a:spcPts val="0"/>
              </a:spcAft>
              <a:defRPr/>
            </a:pPr>
            <a:endParaRPr kumimoji="0" lang="en-US">
              <a:latin typeface="+mn-lt"/>
              <a:ea typeface="+mn-ea"/>
            </a:endParaRPr>
          </a:p>
        </p:txBody>
      </p:sp>
      <p:sp>
        <p:nvSpPr>
          <p:cNvPr id="2" name="標題 1"/>
          <p:cNvSpPr>
            <a:spLocks noGrp="1"/>
          </p:cNvSpPr>
          <p:nvPr>
            <p:ph type="title"/>
          </p:nvPr>
        </p:nvSpPr>
        <p:spPr>
          <a:xfrm>
            <a:off x="2286000" y="2895600"/>
            <a:ext cx="6172200" cy="2053590"/>
          </a:xfrm>
        </p:spPr>
        <p:txBody>
          <a:bodyPr/>
          <a:lstStyle>
            <a:lvl1pPr algn="l">
              <a:buNone/>
              <a:defRPr sz="3000" b="1" cap="small" baseline="0"/>
            </a:lvl1pPr>
          </a:lstStyle>
          <a:p>
            <a:r>
              <a:rPr lang="zh-TW" altLang="en-US" smtClean="0"/>
              <a:t>按一下以編輯母片標題樣式</a:t>
            </a:r>
            <a:endParaRPr lang="en-US"/>
          </a:p>
        </p:txBody>
      </p:sp>
      <p:sp>
        <p:nvSpPr>
          <p:cNvPr id="3" name="文字版面配置區 2"/>
          <p:cNvSpPr>
            <a:spLocks noGrp="1"/>
          </p:cNvSpPr>
          <p:nvPr>
            <p:ph type="body" idx="1"/>
          </p:nvPr>
        </p:nvSpPr>
        <p:spPr>
          <a:xfrm>
            <a:off x="2286000" y="5010150"/>
            <a:ext cx="6172200" cy="1371600"/>
          </a:xfrm>
        </p:spPr>
        <p:txBody>
          <a:bodyPr/>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TW" altLang="en-US" smtClean="0"/>
              <a:t>按一下以編輯母片文字樣式</a:t>
            </a:r>
          </a:p>
        </p:txBody>
      </p:sp>
      <p:sp>
        <p:nvSpPr>
          <p:cNvPr id="20" name="日期版面配置區 3"/>
          <p:cNvSpPr>
            <a:spLocks noGrp="1"/>
          </p:cNvSpPr>
          <p:nvPr>
            <p:ph type="dt" sz="half" idx="10"/>
          </p:nvPr>
        </p:nvSpPr>
        <p:spPr bwMode="auto">
          <a:xfrm rot="5400000">
            <a:off x="7762875" y="1169988"/>
            <a:ext cx="2286000" cy="381000"/>
          </a:xfrm>
        </p:spPr>
        <p:txBody>
          <a:bodyPr/>
          <a:lstStyle>
            <a:lvl1pPr>
              <a:defRPr/>
            </a:lvl1pPr>
          </a:lstStyle>
          <a:p>
            <a:pPr>
              <a:defRPr/>
            </a:pPr>
            <a:fld id="{1571C2B5-765B-4F37-94C0-B7F7D100C3B6}" type="datetimeFigureOut">
              <a:rPr lang="zh-TW" altLang="en-US"/>
              <a:pPr>
                <a:defRPr/>
              </a:pPr>
              <a:t>2024/3/4</a:t>
            </a:fld>
            <a:endParaRPr lang="zh-TW" altLang="en-US"/>
          </a:p>
        </p:txBody>
      </p:sp>
      <p:sp>
        <p:nvSpPr>
          <p:cNvPr id="21" name="頁尾版面配置區 4"/>
          <p:cNvSpPr>
            <a:spLocks noGrp="1"/>
          </p:cNvSpPr>
          <p:nvPr>
            <p:ph type="ftr" sz="quarter" idx="11"/>
          </p:nvPr>
        </p:nvSpPr>
        <p:spPr bwMode="auto">
          <a:xfrm rot="5400000">
            <a:off x="7077076" y="4178300"/>
            <a:ext cx="3657600" cy="384175"/>
          </a:xfrm>
        </p:spPr>
        <p:txBody>
          <a:bodyPr/>
          <a:lstStyle>
            <a:lvl1pPr>
              <a:defRPr/>
            </a:lvl1pPr>
          </a:lstStyle>
          <a:p>
            <a:pPr>
              <a:defRPr/>
            </a:pPr>
            <a:endParaRPr lang="zh-TW" altLang="en-US"/>
          </a:p>
        </p:txBody>
      </p:sp>
      <p:sp>
        <p:nvSpPr>
          <p:cNvPr id="22" name="投影片編號版面配置區 5"/>
          <p:cNvSpPr>
            <a:spLocks noGrp="1"/>
          </p:cNvSpPr>
          <p:nvPr>
            <p:ph type="sldNum" sz="quarter" idx="12"/>
          </p:nvPr>
        </p:nvSpPr>
        <p:spPr bwMode="auto">
          <a:xfrm>
            <a:off x="1339850" y="4929188"/>
            <a:ext cx="609600" cy="517525"/>
          </a:xfrm>
        </p:spPr>
        <p:txBody>
          <a:bodyPr/>
          <a:lstStyle>
            <a:lvl1pPr>
              <a:defRPr/>
            </a:lvl1pPr>
          </a:lstStyle>
          <a:p>
            <a:pPr>
              <a:defRPr/>
            </a:pPr>
            <a:fld id="{DC569BD0-28AA-483C-AC91-C85C0FE0C152}" type="slidenum">
              <a:rPr lang="zh-TW" altLang="en-US"/>
              <a:pPr>
                <a:defRPr/>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en-US"/>
          </a:p>
        </p:txBody>
      </p:sp>
      <p:sp>
        <p:nvSpPr>
          <p:cNvPr id="9" name="內容版面配置區 8"/>
          <p:cNvSpPr>
            <a:spLocks noGrp="1"/>
          </p:cNvSpPr>
          <p:nvPr>
            <p:ph sz="quarter" idx="1"/>
          </p:nvPr>
        </p:nvSpPr>
        <p:spPr>
          <a:xfrm>
            <a:off x="457200" y="1600200"/>
            <a:ext cx="3657600" cy="4572000"/>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a:p>
        </p:txBody>
      </p:sp>
      <p:sp>
        <p:nvSpPr>
          <p:cNvPr id="11" name="內容版面配置區 10"/>
          <p:cNvSpPr>
            <a:spLocks noGrp="1"/>
          </p:cNvSpPr>
          <p:nvPr>
            <p:ph sz="quarter" idx="2"/>
          </p:nvPr>
        </p:nvSpPr>
        <p:spPr>
          <a:xfrm>
            <a:off x="4270248" y="1600200"/>
            <a:ext cx="3657600" cy="4572000"/>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a:p>
        </p:txBody>
      </p:sp>
      <p:sp>
        <p:nvSpPr>
          <p:cNvPr id="5" name="日期版面配置區 13"/>
          <p:cNvSpPr>
            <a:spLocks noGrp="1"/>
          </p:cNvSpPr>
          <p:nvPr>
            <p:ph type="dt" sz="half" idx="10"/>
          </p:nvPr>
        </p:nvSpPr>
        <p:spPr/>
        <p:txBody>
          <a:bodyPr/>
          <a:lstStyle>
            <a:lvl1pPr>
              <a:defRPr/>
            </a:lvl1pPr>
          </a:lstStyle>
          <a:p>
            <a:pPr>
              <a:defRPr/>
            </a:pPr>
            <a:fld id="{00580ADC-A0F5-4FE6-8F9E-2D8F8549C57D}" type="datetimeFigureOut">
              <a:rPr lang="zh-TW" altLang="en-US"/>
              <a:pPr>
                <a:defRPr/>
              </a:pPr>
              <a:t>2024/3/4</a:t>
            </a:fld>
            <a:endParaRPr lang="zh-TW" altLang="en-US"/>
          </a:p>
        </p:txBody>
      </p:sp>
      <p:sp>
        <p:nvSpPr>
          <p:cNvPr id="6" name="頁尾版面配置區 2"/>
          <p:cNvSpPr>
            <a:spLocks noGrp="1"/>
          </p:cNvSpPr>
          <p:nvPr>
            <p:ph type="ftr" sz="quarter" idx="11"/>
          </p:nvPr>
        </p:nvSpPr>
        <p:spPr/>
        <p:txBody>
          <a:bodyPr/>
          <a:lstStyle>
            <a:lvl1pPr>
              <a:defRPr/>
            </a:lvl1pPr>
          </a:lstStyle>
          <a:p>
            <a:pPr>
              <a:defRPr/>
            </a:pPr>
            <a:endParaRPr lang="zh-TW" altLang="en-US"/>
          </a:p>
        </p:txBody>
      </p:sp>
      <p:sp>
        <p:nvSpPr>
          <p:cNvPr id="7" name="投影片編號版面配置區 22"/>
          <p:cNvSpPr>
            <a:spLocks noGrp="1"/>
          </p:cNvSpPr>
          <p:nvPr>
            <p:ph type="sldNum" sz="quarter" idx="12"/>
          </p:nvPr>
        </p:nvSpPr>
        <p:spPr/>
        <p:txBody>
          <a:bodyPr/>
          <a:lstStyle>
            <a:lvl1pPr>
              <a:defRPr/>
            </a:lvl1pPr>
          </a:lstStyle>
          <a:p>
            <a:pPr>
              <a:defRPr/>
            </a:pPr>
            <a:fld id="{C610B6B4-A6BA-4812-9264-92AAE27F4EAE}" type="slidenum">
              <a:rPr lang="zh-TW" altLang="en-US"/>
              <a:pPr>
                <a:defRPr/>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7543800" cy="1143000"/>
          </a:xfrm>
        </p:spPr>
        <p:txBody>
          <a:bodyPr/>
          <a:lstStyle>
            <a:lvl1pPr>
              <a:defRPr/>
            </a:lvl1pPr>
          </a:lstStyle>
          <a:p>
            <a:r>
              <a:rPr lang="zh-TW" altLang="en-US" smtClean="0"/>
              <a:t>按一下以編輯母片標題樣式</a:t>
            </a:r>
            <a:endParaRPr lang="en-US"/>
          </a:p>
        </p:txBody>
      </p:sp>
      <p:sp>
        <p:nvSpPr>
          <p:cNvPr id="11" name="內容版面配置區 10"/>
          <p:cNvSpPr>
            <a:spLocks noGrp="1"/>
          </p:cNvSpPr>
          <p:nvPr>
            <p:ph sz="quarter" idx="2"/>
          </p:nvPr>
        </p:nvSpPr>
        <p:spPr>
          <a:xfrm>
            <a:off x="457200" y="2362200"/>
            <a:ext cx="3657600" cy="3886200"/>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a:p>
        </p:txBody>
      </p:sp>
      <p:sp>
        <p:nvSpPr>
          <p:cNvPr id="13" name="內容版面配置區 12"/>
          <p:cNvSpPr>
            <a:spLocks noGrp="1"/>
          </p:cNvSpPr>
          <p:nvPr>
            <p:ph sz="quarter" idx="4"/>
          </p:nvPr>
        </p:nvSpPr>
        <p:spPr>
          <a:xfrm>
            <a:off x="4371975" y="2362200"/>
            <a:ext cx="3657600" cy="3886200"/>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a:p>
        </p:txBody>
      </p:sp>
      <p:sp>
        <p:nvSpPr>
          <p:cNvPr id="12" name="文字版面配置區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zh-TW" altLang="en-US" smtClean="0"/>
              <a:t>按一下以編輯母片文字樣式</a:t>
            </a:r>
          </a:p>
        </p:txBody>
      </p:sp>
      <p:sp>
        <p:nvSpPr>
          <p:cNvPr id="14" name="文字版面配置區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zh-TW" altLang="en-US" smtClean="0"/>
              <a:t>按一下以編輯母片文字樣式</a:t>
            </a:r>
          </a:p>
        </p:txBody>
      </p:sp>
      <p:sp>
        <p:nvSpPr>
          <p:cNvPr id="7" name="日期版面配置區 13"/>
          <p:cNvSpPr>
            <a:spLocks noGrp="1"/>
          </p:cNvSpPr>
          <p:nvPr>
            <p:ph type="dt" sz="half" idx="10"/>
          </p:nvPr>
        </p:nvSpPr>
        <p:spPr/>
        <p:txBody>
          <a:bodyPr/>
          <a:lstStyle>
            <a:lvl1pPr>
              <a:defRPr/>
            </a:lvl1pPr>
          </a:lstStyle>
          <a:p>
            <a:pPr>
              <a:defRPr/>
            </a:pPr>
            <a:fld id="{4CE79606-D81A-4BC5-8E32-54BF5CD603B9}" type="datetimeFigureOut">
              <a:rPr lang="zh-TW" altLang="en-US"/>
              <a:pPr>
                <a:defRPr/>
              </a:pPr>
              <a:t>2024/3/4</a:t>
            </a:fld>
            <a:endParaRPr lang="zh-TW" altLang="en-US"/>
          </a:p>
        </p:txBody>
      </p:sp>
      <p:sp>
        <p:nvSpPr>
          <p:cNvPr id="8" name="頁尾版面配置區 2"/>
          <p:cNvSpPr>
            <a:spLocks noGrp="1"/>
          </p:cNvSpPr>
          <p:nvPr>
            <p:ph type="ftr" sz="quarter" idx="11"/>
          </p:nvPr>
        </p:nvSpPr>
        <p:spPr/>
        <p:txBody>
          <a:bodyPr/>
          <a:lstStyle>
            <a:lvl1pPr>
              <a:defRPr/>
            </a:lvl1pPr>
          </a:lstStyle>
          <a:p>
            <a:pPr>
              <a:defRPr/>
            </a:pPr>
            <a:endParaRPr lang="zh-TW" altLang="en-US"/>
          </a:p>
        </p:txBody>
      </p:sp>
      <p:sp>
        <p:nvSpPr>
          <p:cNvPr id="9" name="投影片編號版面配置區 22"/>
          <p:cNvSpPr>
            <a:spLocks noGrp="1"/>
          </p:cNvSpPr>
          <p:nvPr>
            <p:ph type="sldNum" sz="quarter" idx="12"/>
          </p:nvPr>
        </p:nvSpPr>
        <p:spPr/>
        <p:txBody>
          <a:bodyPr/>
          <a:lstStyle>
            <a:lvl1pPr>
              <a:defRPr/>
            </a:lvl1pPr>
          </a:lstStyle>
          <a:p>
            <a:pPr>
              <a:defRPr/>
            </a:pPr>
            <a:fld id="{97EED06B-4CF3-4FA5-BA7F-D76FA982783F}" type="slidenum">
              <a:rPr lang="zh-TW" altLang="en-US"/>
              <a:pPr>
                <a:defRPr/>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en-US"/>
          </a:p>
        </p:txBody>
      </p:sp>
      <p:sp>
        <p:nvSpPr>
          <p:cNvPr id="3" name="日期版面配置區 5"/>
          <p:cNvSpPr>
            <a:spLocks noGrp="1"/>
          </p:cNvSpPr>
          <p:nvPr>
            <p:ph type="dt" sz="half" idx="10"/>
          </p:nvPr>
        </p:nvSpPr>
        <p:spPr/>
        <p:txBody>
          <a:bodyPr rtlCol="0"/>
          <a:lstStyle>
            <a:lvl1pPr>
              <a:defRPr/>
            </a:lvl1pPr>
          </a:lstStyle>
          <a:p>
            <a:pPr>
              <a:defRPr/>
            </a:pPr>
            <a:fld id="{9D7A3C5B-7BA8-49E3-A152-89572A439975}" type="datetimeFigureOut">
              <a:rPr lang="zh-TW" altLang="en-US"/>
              <a:pPr>
                <a:defRPr/>
              </a:pPr>
              <a:t>2024/3/4</a:t>
            </a:fld>
            <a:endParaRPr lang="zh-TW" altLang="en-US"/>
          </a:p>
        </p:txBody>
      </p:sp>
      <p:sp>
        <p:nvSpPr>
          <p:cNvPr id="4" name="投影片編號版面配置區 6"/>
          <p:cNvSpPr>
            <a:spLocks noGrp="1"/>
          </p:cNvSpPr>
          <p:nvPr>
            <p:ph type="sldNum" sz="quarter" idx="11"/>
          </p:nvPr>
        </p:nvSpPr>
        <p:spPr/>
        <p:txBody>
          <a:bodyPr rtlCol="0"/>
          <a:lstStyle>
            <a:lvl1pPr>
              <a:defRPr/>
            </a:lvl1pPr>
          </a:lstStyle>
          <a:p>
            <a:pPr>
              <a:defRPr/>
            </a:pPr>
            <a:fld id="{BBE1E7C8-DA5B-4922-AE7F-6FE1F7DCD3E6}" type="slidenum">
              <a:rPr lang="zh-TW" altLang="en-US"/>
              <a:pPr>
                <a:defRPr/>
              </a:pPr>
              <a:t>‹#›</a:t>
            </a:fld>
            <a:endParaRPr lang="zh-TW" altLang="en-US"/>
          </a:p>
        </p:txBody>
      </p:sp>
      <p:sp>
        <p:nvSpPr>
          <p:cNvPr id="5" name="頁尾版面配置區 7"/>
          <p:cNvSpPr>
            <a:spLocks noGrp="1"/>
          </p:cNvSpPr>
          <p:nvPr>
            <p:ph type="ftr" sz="quarter" idx="12"/>
          </p:nvPr>
        </p:nvSpPr>
        <p:spPr/>
        <p:txBody>
          <a:bodyPr rtlCol="0"/>
          <a:lstStyle>
            <a:lvl1pPr>
              <a:defRPr/>
            </a:lvl1pPr>
          </a:lstStyle>
          <a:p>
            <a:pPr>
              <a:defRPr/>
            </a:pPr>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3"/>
          <p:cNvSpPr>
            <a:spLocks noGrp="1"/>
          </p:cNvSpPr>
          <p:nvPr>
            <p:ph type="dt" sz="half" idx="10"/>
          </p:nvPr>
        </p:nvSpPr>
        <p:spPr/>
        <p:txBody>
          <a:bodyPr/>
          <a:lstStyle>
            <a:lvl1pPr>
              <a:defRPr/>
            </a:lvl1pPr>
          </a:lstStyle>
          <a:p>
            <a:pPr>
              <a:defRPr/>
            </a:pPr>
            <a:fld id="{144E902C-1AD3-41F3-B28E-ABA2725BDC6A}" type="datetimeFigureOut">
              <a:rPr lang="zh-TW" altLang="en-US"/>
              <a:pPr>
                <a:defRPr/>
              </a:pPr>
              <a:t>2024/3/4</a:t>
            </a:fld>
            <a:endParaRPr lang="zh-TW" altLang="en-US"/>
          </a:p>
        </p:txBody>
      </p:sp>
      <p:sp>
        <p:nvSpPr>
          <p:cNvPr id="3" name="頁尾版面配置區 2"/>
          <p:cNvSpPr>
            <a:spLocks noGrp="1"/>
          </p:cNvSpPr>
          <p:nvPr>
            <p:ph type="ftr" sz="quarter" idx="11"/>
          </p:nvPr>
        </p:nvSpPr>
        <p:spPr/>
        <p:txBody>
          <a:bodyPr/>
          <a:lstStyle>
            <a:lvl1pPr>
              <a:defRPr/>
            </a:lvl1pPr>
          </a:lstStyle>
          <a:p>
            <a:pPr>
              <a:defRPr/>
            </a:pPr>
            <a:endParaRPr lang="zh-TW" altLang="en-US"/>
          </a:p>
        </p:txBody>
      </p:sp>
      <p:sp>
        <p:nvSpPr>
          <p:cNvPr id="4" name="投影片編號版面配置區 22"/>
          <p:cNvSpPr>
            <a:spLocks noGrp="1"/>
          </p:cNvSpPr>
          <p:nvPr>
            <p:ph type="sldNum" sz="quarter" idx="12"/>
          </p:nvPr>
        </p:nvSpPr>
        <p:spPr/>
        <p:txBody>
          <a:bodyPr/>
          <a:lstStyle>
            <a:lvl1pPr>
              <a:defRPr/>
            </a:lvl1pPr>
          </a:lstStyle>
          <a:p>
            <a:pPr>
              <a:defRPr/>
            </a:pPr>
            <a:fld id="{9E2213C9-D81C-4DE0-B342-692B1FF847EC}" type="slidenum">
              <a:rPr lang="zh-TW" altLang="en-US"/>
              <a:pPr>
                <a:defRPr/>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5" name="直線接點 4"/>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fontAlgn="auto">
              <a:spcBef>
                <a:spcPts val="0"/>
              </a:spcBef>
              <a:spcAft>
                <a:spcPts val="0"/>
              </a:spcAft>
              <a:defRPr/>
            </a:pPr>
            <a:endParaRPr kumimoji="0" lang="en-US" dirty="0">
              <a:latin typeface="+mn-lt"/>
              <a:ea typeface="+mn-ea"/>
            </a:endParaRPr>
          </a:p>
        </p:txBody>
      </p:sp>
      <p:sp>
        <p:nvSpPr>
          <p:cNvPr id="6" name="直線接點 5"/>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fontAlgn="auto">
              <a:spcBef>
                <a:spcPts val="0"/>
              </a:spcBef>
              <a:spcAft>
                <a:spcPts val="0"/>
              </a:spcAft>
              <a:defRPr/>
            </a:pPr>
            <a:endParaRPr kumimoji="0" lang="en-US" dirty="0">
              <a:latin typeface="+mn-lt"/>
              <a:ea typeface="+mn-ea"/>
            </a:endParaRPr>
          </a:p>
        </p:txBody>
      </p:sp>
      <p:sp>
        <p:nvSpPr>
          <p:cNvPr id="7" name="直線接點 6"/>
          <p:cNvSpPr>
            <a:spLocks noChangeShapeType="1"/>
          </p:cNvSpPr>
          <p:nvPr/>
        </p:nvSpPr>
        <p:spPr bwMode="auto">
          <a:xfrm>
            <a:off x="6192838" y="0"/>
            <a:ext cx="0" cy="6858000"/>
          </a:xfrm>
          <a:prstGeom prst="line">
            <a:avLst/>
          </a:prstGeom>
          <a:noFill/>
          <a:ln w="12700" cap="flat" cmpd="sng" algn="ctr">
            <a:solidFill>
              <a:schemeClr val="accent1"/>
            </a:solidFill>
            <a:prstDash val="solid"/>
            <a:round/>
            <a:headEnd type="none" w="med" len="med"/>
            <a:tailEnd type="none" w="med" len="med"/>
          </a:ln>
          <a:effectLst/>
        </p:spPr>
        <p:txBody>
          <a:bodyPr/>
          <a:lstStyle/>
          <a:p>
            <a:pPr fontAlgn="auto">
              <a:spcBef>
                <a:spcPts val="0"/>
              </a:spcBef>
              <a:spcAft>
                <a:spcPts val="0"/>
              </a:spcAft>
              <a:defRPr/>
            </a:pPr>
            <a:endParaRPr kumimoji="0" lang="en-US" dirty="0">
              <a:latin typeface="+mn-lt"/>
              <a:ea typeface="+mn-ea"/>
            </a:endParaRPr>
          </a:p>
        </p:txBody>
      </p:sp>
      <p:sp>
        <p:nvSpPr>
          <p:cNvPr id="8" name="直線接點 7"/>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a:lstStyle/>
          <a:p>
            <a:pPr fontAlgn="auto">
              <a:spcBef>
                <a:spcPts val="0"/>
              </a:spcBef>
              <a:spcAft>
                <a:spcPts val="0"/>
              </a:spcAft>
              <a:defRPr/>
            </a:pPr>
            <a:endParaRPr kumimoji="0" lang="en-US">
              <a:latin typeface="+mn-lt"/>
              <a:ea typeface="+mn-ea"/>
            </a:endParaRPr>
          </a:p>
        </p:txBody>
      </p:sp>
      <p:sp>
        <p:nvSpPr>
          <p:cNvPr id="9" name="矩形 8"/>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kumimoji="0" lang="en-US"/>
          </a:p>
        </p:txBody>
      </p:sp>
      <p:sp>
        <p:nvSpPr>
          <p:cNvPr id="10" name="直線接點 9"/>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a:lstStyle/>
          <a:p>
            <a:pPr fontAlgn="auto">
              <a:spcBef>
                <a:spcPts val="0"/>
              </a:spcBef>
              <a:spcAft>
                <a:spcPts val="0"/>
              </a:spcAft>
              <a:defRPr/>
            </a:pPr>
            <a:endParaRPr kumimoji="0" lang="en-US">
              <a:latin typeface="+mn-lt"/>
              <a:ea typeface="+mn-ea"/>
            </a:endParaRPr>
          </a:p>
        </p:txBody>
      </p:sp>
      <p:sp>
        <p:nvSpPr>
          <p:cNvPr id="11" name="橢圓 10"/>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kumimoji="0" lang="en-US" dirty="0"/>
          </a:p>
        </p:txBody>
      </p:sp>
      <p:sp>
        <p:nvSpPr>
          <p:cNvPr id="2" name="標題 1"/>
          <p:cNvSpPr>
            <a:spLocks noGrp="1"/>
          </p:cNvSpPr>
          <p:nvPr>
            <p:ph type="title"/>
          </p:nvPr>
        </p:nvSpPr>
        <p:spPr>
          <a:xfrm rot="5400000">
            <a:off x="3371850" y="3200400"/>
            <a:ext cx="6309360" cy="457200"/>
          </a:xfrm>
        </p:spPr>
        <p:txBody>
          <a:bodyPr/>
          <a:lstStyle>
            <a:lvl1pPr algn="l">
              <a:buNone/>
              <a:defRPr sz="2000" b="1" cap="small" baseline="0"/>
            </a:lvl1pPr>
          </a:lstStyle>
          <a:p>
            <a:r>
              <a:rPr lang="zh-TW" altLang="en-US" smtClean="0"/>
              <a:t>按一下以編輯母片標題樣式</a:t>
            </a:r>
            <a:endParaRPr lang="en-US"/>
          </a:p>
        </p:txBody>
      </p:sp>
      <p:sp>
        <p:nvSpPr>
          <p:cNvPr id="3" name="文字版面配置區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a:r>
              <a:rPr lang="zh-TW" altLang="en-US" smtClean="0"/>
              <a:t>按一下以編輯母片文字樣式</a:t>
            </a:r>
          </a:p>
        </p:txBody>
      </p:sp>
      <p:sp>
        <p:nvSpPr>
          <p:cNvPr id="18" name="內容版面配置區 17"/>
          <p:cNvSpPr>
            <a:spLocks noGrp="1"/>
          </p:cNvSpPr>
          <p:nvPr>
            <p:ph sz="quarter" idx="1"/>
          </p:nvPr>
        </p:nvSpPr>
        <p:spPr>
          <a:xfrm>
            <a:off x="304800" y="274320"/>
            <a:ext cx="5638800" cy="632764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a:p>
        </p:txBody>
      </p:sp>
      <p:sp>
        <p:nvSpPr>
          <p:cNvPr id="12" name="日期版面配置區 20"/>
          <p:cNvSpPr>
            <a:spLocks noGrp="1"/>
          </p:cNvSpPr>
          <p:nvPr>
            <p:ph type="dt" sz="half" idx="10"/>
          </p:nvPr>
        </p:nvSpPr>
        <p:spPr/>
        <p:txBody>
          <a:bodyPr rtlCol="0"/>
          <a:lstStyle>
            <a:lvl1pPr>
              <a:defRPr/>
            </a:lvl1pPr>
          </a:lstStyle>
          <a:p>
            <a:pPr>
              <a:defRPr/>
            </a:pPr>
            <a:fld id="{DFC17BCB-4802-4DD7-A5C7-E98B1AE2410B}" type="datetimeFigureOut">
              <a:rPr lang="zh-TW" altLang="en-US"/>
              <a:pPr>
                <a:defRPr/>
              </a:pPr>
              <a:t>2024/3/4</a:t>
            </a:fld>
            <a:endParaRPr lang="zh-TW" altLang="en-US"/>
          </a:p>
        </p:txBody>
      </p:sp>
      <p:sp>
        <p:nvSpPr>
          <p:cNvPr id="13" name="投影片編號版面配置區 21"/>
          <p:cNvSpPr>
            <a:spLocks noGrp="1"/>
          </p:cNvSpPr>
          <p:nvPr>
            <p:ph type="sldNum" sz="quarter" idx="11"/>
          </p:nvPr>
        </p:nvSpPr>
        <p:spPr/>
        <p:txBody>
          <a:bodyPr rtlCol="0"/>
          <a:lstStyle>
            <a:lvl1pPr>
              <a:defRPr/>
            </a:lvl1pPr>
          </a:lstStyle>
          <a:p>
            <a:pPr>
              <a:defRPr/>
            </a:pPr>
            <a:fld id="{864FA208-E0E5-4AF0-9F74-05429B78041B}" type="slidenum">
              <a:rPr lang="zh-TW" altLang="en-US"/>
              <a:pPr>
                <a:defRPr/>
              </a:pPr>
              <a:t>‹#›</a:t>
            </a:fld>
            <a:endParaRPr lang="zh-TW" altLang="en-US"/>
          </a:p>
        </p:txBody>
      </p:sp>
      <p:sp>
        <p:nvSpPr>
          <p:cNvPr id="14" name="頁尾版面配置區 22"/>
          <p:cNvSpPr>
            <a:spLocks noGrp="1"/>
          </p:cNvSpPr>
          <p:nvPr>
            <p:ph type="ftr" sz="quarter" idx="12"/>
          </p:nvPr>
        </p:nvSpPr>
        <p:spPr/>
        <p:txBody>
          <a:bodyPr rtlCol="0"/>
          <a:lstStyle>
            <a:lvl1pPr>
              <a:defRPr/>
            </a:lvl1pPr>
          </a:lstStyle>
          <a:p>
            <a:pPr>
              <a:defRPr/>
            </a:pPr>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5" name="直線接點 4"/>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fontAlgn="auto">
              <a:spcBef>
                <a:spcPts val="0"/>
              </a:spcBef>
              <a:spcAft>
                <a:spcPts val="0"/>
              </a:spcAft>
              <a:defRPr/>
            </a:pPr>
            <a:endParaRPr kumimoji="0" lang="en-US">
              <a:latin typeface="+mn-lt"/>
              <a:ea typeface="+mn-ea"/>
            </a:endParaRPr>
          </a:p>
        </p:txBody>
      </p:sp>
      <p:sp>
        <p:nvSpPr>
          <p:cNvPr id="6" name="橢圓 5"/>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kumimoji="0" lang="en-US" dirty="0"/>
          </a:p>
        </p:txBody>
      </p:sp>
      <p:sp>
        <p:nvSpPr>
          <p:cNvPr id="7" name="直線接點 6"/>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a:lstStyle/>
          <a:p>
            <a:pPr fontAlgn="auto">
              <a:spcBef>
                <a:spcPts val="0"/>
              </a:spcBef>
              <a:spcAft>
                <a:spcPts val="0"/>
              </a:spcAft>
              <a:defRPr/>
            </a:pPr>
            <a:endParaRPr kumimoji="0" lang="en-US">
              <a:latin typeface="+mn-lt"/>
              <a:ea typeface="+mn-ea"/>
            </a:endParaRPr>
          </a:p>
        </p:txBody>
      </p:sp>
      <p:sp>
        <p:nvSpPr>
          <p:cNvPr id="8" name="矩形 7"/>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kumimoji="0" lang="en-US"/>
          </a:p>
        </p:txBody>
      </p:sp>
      <p:sp>
        <p:nvSpPr>
          <p:cNvPr id="9" name="直線接點 8"/>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a:lstStyle/>
          <a:p>
            <a:pPr fontAlgn="auto">
              <a:spcBef>
                <a:spcPts val="0"/>
              </a:spcBef>
              <a:spcAft>
                <a:spcPts val="0"/>
              </a:spcAft>
              <a:defRPr/>
            </a:pPr>
            <a:endParaRPr kumimoji="0" lang="en-US">
              <a:latin typeface="+mn-lt"/>
              <a:ea typeface="+mn-ea"/>
            </a:endParaRPr>
          </a:p>
        </p:txBody>
      </p:sp>
      <p:sp>
        <p:nvSpPr>
          <p:cNvPr id="10" name="直線接點 9"/>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fontAlgn="auto">
              <a:spcBef>
                <a:spcPts val="0"/>
              </a:spcBef>
              <a:spcAft>
                <a:spcPts val="0"/>
              </a:spcAft>
              <a:defRPr/>
            </a:pPr>
            <a:endParaRPr kumimoji="0" lang="en-US" dirty="0">
              <a:latin typeface="+mn-lt"/>
              <a:ea typeface="+mn-ea"/>
            </a:endParaRPr>
          </a:p>
        </p:txBody>
      </p:sp>
      <p:sp>
        <p:nvSpPr>
          <p:cNvPr id="11" name="直線接點 10"/>
          <p:cNvSpPr>
            <a:spLocks noChangeShapeType="1"/>
          </p:cNvSpPr>
          <p:nvPr/>
        </p:nvSpPr>
        <p:spPr bwMode="auto">
          <a:xfrm>
            <a:off x="6192838" y="0"/>
            <a:ext cx="0" cy="6858000"/>
          </a:xfrm>
          <a:prstGeom prst="line">
            <a:avLst/>
          </a:prstGeom>
          <a:noFill/>
          <a:ln w="12700" cap="flat" cmpd="sng" algn="ctr">
            <a:solidFill>
              <a:schemeClr val="accent1"/>
            </a:solidFill>
            <a:prstDash val="solid"/>
            <a:round/>
            <a:headEnd type="none" w="med" len="med"/>
            <a:tailEnd type="none" w="med" len="med"/>
          </a:ln>
          <a:effectLst/>
        </p:spPr>
        <p:txBody>
          <a:bodyPr/>
          <a:lstStyle/>
          <a:p>
            <a:pPr fontAlgn="auto">
              <a:spcBef>
                <a:spcPts val="0"/>
              </a:spcBef>
              <a:spcAft>
                <a:spcPts val="0"/>
              </a:spcAft>
              <a:defRPr/>
            </a:pPr>
            <a:endParaRPr kumimoji="0" lang="en-US" dirty="0">
              <a:latin typeface="+mn-lt"/>
              <a:ea typeface="+mn-ea"/>
            </a:endParaRPr>
          </a:p>
        </p:txBody>
      </p:sp>
      <p:sp>
        <p:nvSpPr>
          <p:cNvPr id="2" name="標題 1"/>
          <p:cNvSpPr>
            <a:spLocks noGrp="1"/>
          </p:cNvSpPr>
          <p:nvPr>
            <p:ph type="title"/>
          </p:nvPr>
        </p:nvSpPr>
        <p:spPr>
          <a:xfrm rot="5400000">
            <a:off x="3350133" y="3200400"/>
            <a:ext cx="6309360" cy="457200"/>
          </a:xfrm>
        </p:spPr>
        <p:txBody>
          <a:bodyPr/>
          <a:lstStyle>
            <a:lvl1pPr algn="l">
              <a:buNone/>
              <a:defRPr sz="2000" b="1"/>
            </a:lvl1pPr>
          </a:lstStyle>
          <a:p>
            <a:r>
              <a:rPr lang="zh-TW" altLang="en-US" smtClean="0"/>
              <a:t>按一下以編輯母片標題樣式</a:t>
            </a:r>
            <a:endParaRPr lang="en-US"/>
          </a:p>
        </p:txBody>
      </p:sp>
      <p:sp>
        <p:nvSpPr>
          <p:cNvPr id="3" name="圖片版面配置區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ormAutofit/>
          </a:bodyPr>
          <a:lstStyle>
            <a:lvl1pPr marL="0" indent="0">
              <a:buNone/>
              <a:defRPr sz="3200"/>
            </a:lvl1pPr>
          </a:lstStyle>
          <a:p>
            <a:pPr lvl="0"/>
            <a:r>
              <a:rPr lang="zh-TW" altLang="en-US" noProof="0" smtClean="0"/>
              <a:t>按一下圖示以新增圖片</a:t>
            </a:r>
            <a:endParaRPr lang="en-US" noProof="0" dirty="0"/>
          </a:p>
        </p:txBody>
      </p:sp>
      <p:sp>
        <p:nvSpPr>
          <p:cNvPr id="4" name="文字版面配置區 3"/>
          <p:cNvSpPr>
            <a:spLocks noGrp="1"/>
          </p:cNvSpPr>
          <p:nvPr>
            <p:ph type="body" sz="half" idx="2"/>
          </p:nvPr>
        </p:nvSpPr>
        <p:spPr>
          <a:xfrm>
            <a:off x="6765798" y="264795"/>
            <a:ext cx="1524000" cy="4956048"/>
          </a:xfrm>
        </p:spPr>
        <p:txBody>
          <a:bodyPr rot="0" spcFirstLastPara="0" vertOverflow="overflow" horzOverflow="overflow" spcCol="274320" rtlCol="0" fromWordArt="0" forceAA="0">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a:r>
              <a:rPr lang="zh-TW" altLang="en-US" smtClean="0"/>
              <a:t>按一下以編輯母片文字樣式</a:t>
            </a:r>
          </a:p>
        </p:txBody>
      </p:sp>
      <p:sp>
        <p:nvSpPr>
          <p:cNvPr id="12" name="日期版面配置區 16"/>
          <p:cNvSpPr>
            <a:spLocks noGrp="1"/>
          </p:cNvSpPr>
          <p:nvPr>
            <p:ph type="dt" sz="half" idx="10"/>
          </p:nvPr>
        </p:nvSpPr>
        <p:spPr/>
        <p:txBody>
          <a:bodyPr rtlCol="0"/>
          <a:lstStyle>
            <a:lvl1pPr>
              <a:defRPr/>
            </a:lvl1pPr>
          </a:lstStyle>
          <a:p>
            <a:pPr>
              <a:defRPr/>
            </a:pPr>
            <a:fld id="{8065BFA1-6E7C-436E-8FAB-3BB9E2ACF495}" type="datetimeFigureOut">
              <a:rPr lang="zh-TW" altLang="en-US"/>
              <a:pPr>
                <a:defRPr/>
              </a:pPr>
              <a:t>2024/3/4</a:t>
            </a:fld>
            <a:endParaRPr lang="zh-TW" altLang="en-US"/>
          </a:p>
        </p:txBody>
      </p:sp>
      <p:sp>
        <p:nvSpPr>
          <p:cNvPr id="13" name="投影片編號版面配置區 17"/>
          <p:cNvSpPr>
            <a:spLocks noGrp="1"/>
          </p:cNvSpPr>
          <p:nvPr>
            <p:ph type="sldNum" sz="quarter" idx="11"/>
          </p:nvPr>
        </p:nvSpPr>
        <p:spPr/>
        <p:txBody>
          <a:bodyPr rtlCol="0"/>
          <a:lstStyle>
            <a:lvl1pPr>
              <a:defRPr/>
            </a:lvl1pPr>
          </a:lstStyle>
          <a:p>
            <a:pPr>
              <a:defRPr/>
            </a:pPr>
            <a:fld id="{6785E1D6-0D8E-45CB-B11E-872EF444BE83}" type="slidenum">
              <a:rPr lang="zh-TW" altLang="en-US"/>
              <a:pPr>
                <a:defRPr/>
              </a:pPr>
              <a:t>‹#›</a:t>
            </a:fld>
            <a:endParaRPr lang="zh-TW" altLang="en-US"/>
          </a:p>
        </p:txBody>
      </p:sp>
      <p:sp>
        <p:nvSpPr>
          <p:cNvPr id="14" name="頁尾版面配置區 20"/>
          <p:cNvSpPr>
            <a:spLocks noGrp="1"/>
          </p:cNvSpPr>
          <p:nvPr>
            <p:ph type="ftr" sz="quarter" idx="12"/>
          </p:nvPr>
        </p:nvSpPr>
        <p:spPr/>
        <p:txBody>
          <a:bodyPr rtlCol="0"/>
          <a:lstStyle>
            <a:lvl1pPr>
              <a:defRPr/>
            </a:lvl1pPr>
          </a:lstStyle>
          <a:p>
            <a:pPr>
              <a:defRPr/>
            </a:pPr>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a:p>
        </p:txBody>
      </p:sp>
      <p:sp>
        <p:nvSpPr>
          <p:cNvPr id="4" name="日期版面配置區 13"/>
          <p:cNvSpPr>
            <a:spLocks noGrp="1"/>
          </p:cNvSpPr>
          <p:nvPr>
            <p:ph type="dt" sz="half" idx="10"/>
          </p:nvPr>
        </p:nvSpPr>
        <p:spPr/>
        <p:txBody>
          <a:bodyPr/>
          <a:lstStyle>
            <a:lvl1pPr>
              <a:defRPr/>
            </a:lvl1pPr>
          </a:lstStyle>
          <a:p>
            <a:pPr>
              <a:defRPr/>
            </a:pPr>
            <a:fld id="{174E4CC5-2FCE-4DA9-A276-CF439D2C7E94}" type="datetimeFigureOut">
              <a:rPr lang="zh-TW" altLang="en-US"/>
              <a:pPr>
                <a:defRPr/>
              </a:pPr>
              <a:t>2024/3/4</a:t>
            </a:fld>
            <a:endParaRPr lang="zh-TW" altLang="en-US"/>
          </a:p>
        </p:txBody>
      </p:sp>
      <p:sp>
        <p:nvSpPr>
          <p:cNvPr id="5" name="頁尾版面配置區 2"/>
          <p:cNvSpPr>
            <a:spLocks noGrp="1"/>
          </p:cNvSpPr>
          <p:nvPr>
            <p:ph type="ftr" sz="quarter" idx="11"/>
          </p:nvPr>
        </p:nvSpPr>
        <p:spPr/>
        <p:txBody>
          <a:bodyPr/>
          <a:lstStyle>
            <a:lvl1pPr>
              <a:defRPr/>
            </a:lvl1pPr>
          </a:lstStyle>
          <a:p>
            <a:pPr>
              <a:defRPr/>
            </a:pPr>
            <a:endParaRPr lang="zh-TW" altLang="en-US"/>
          </a:p>
        </p:txBody>
      </p:sp>
      <p:sp>
        <p:nvSpPr>
          <p:cNvPr id="6" name="投影片編號版面配置區 22"/>
          <p:cNvSpPr>
            <a:spLocks noGrp="1"/>
          </p:cNvSpPr>
          <p:nvPr>
            <p:ph type="sldNum" sz="quarter" idx="12"/>
          </p:nvPr>
        </p:nvSpPr>
        <p:spPr/>
        <p:txBody>
          <a:bodyPr/>
          <a:lstStyle>
            <a:lvl1pPr>
              <a:defRPr/>
            </a:lvl1pPr>
          </a:lstStyle>
          <a:p>
            <a:pPr>
              <a:defRPr/>
            </a:pPr>
            <a:fld id="{9447ECBF-ACB5-45EE-933D-7D9DEA23D945}" type="slidenum">
              <a:rPr lang="zh-TW" altLang="en-US"/>
              <a:pPr>
                <a:defRPr/>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9"/>
            <a:ext cx="1676400" cy="5851525"/>
          </a:xfrm>
        </p:spPr>
        <p:txBody>
          <a:bodyPr vert="eaVert"/>
          <a:lstStyle/>
          <a:p>
            <a:r>
              <a:rPr lang="zh-TW" altLang="en-US" smtClean="0"/>
              <a:t>按一下以編輯母片標題樣式</a:t>
            </a:r>
            <a:endParaRPr 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a:p>
        </p:txBody>
      </p:sp>
      <p:sp>
        <p:nvSpPr>
          <p:cNvPr id="4" name="日期版面配置區 13"/>
          <p:cNvSpPr>
            <a:spLocks noGrp="1"/>
          </p:cNvSpPr>
          <p:nvPr>
            <p:ph type="dt" sz="half" idx="10"/>
          </p:nvPr>
        </p:nvSpPr>
        <p:spPr/>
        <p:txBody>
          <a:bodyPr/>
          <a:lstStyle>
            <a:lvl1pPr>
              <a:defRPr/>
            </a:lvl1pPr>
          </a:lstStyle>
          <a:p>
            <a:pPr>
              <a:defRPr/>
            </a:pPr>
            <a:fld id="{3C0CD784-32BA-44AF-B56E-3AD367B65AF7}" type="datetimeFigureOut">
              <a:rPr lang="zh-TW" altLang="en-US"/>
              <a:pPr>
                <a:defRPr/>
              </a:pPr>
              <a:t>2024/3/4</a:t>
            </a:fld>
            <a:endParaRPr lang="zh-TW" altLang="en-US"/>
          </a:p>
        </p:txBody>
      </p:sp>
      <p:sp>
        <p:nvSpPr>
          <p:cNvPr id="5" name="頁尾版面配置區 2"/>
          <p:cNvSpPr>
            <a:spLocks noGrp="1"/>
          </p:cNvSpPr>
          <p:nvPr>
            <p:ph type="ftr" sz="quarter" idx="11"/>
          </p:nvPr>
        </p:nvSpPr>
        <p:spPr/>
        <p:txBody>
          <a:bodyPr/>
          <a:lstStyle>
            <a:lvl1pPr>
              <a:defRPr/>
            </a:lvl1pPr>
          </a:lstStyle>
          <a:p>
            <a:pPr>
              <a:defRPr/>
            </a:pPr>
            <a:endParaRPr lang="zh-TW" altLang="en-US"/>
          </a:p>
        </p:txBody>
      </p:sp>
      <p:sp>
        <p:nvSpPr>
          <p:cNvPr id="6" name="投影片編號版面配置區 22"/>
          <p:cNvSpPr>
            <a:spLocks noGrp="1"/>
          </p:cNvSpPr>
          <p:nvPr>
            <p:ph type="sldNum" sz="quarter" idx="12"/>
          </p:nvPr>
        </p:nvSpPr>
        <p:spPr/>
        <p:txBody>
          <a:bodyPr/>
          <a:lstStyle>
            <a:lvl1pPr>
              <a:defRPr/>
            </a:lvl1pPr>
          </a:lstStyle>
          <a:p>
            <a:pPr>
              <a:defRPr/>
            </a:pPr>
            <a:fld id="{AADF485E-55FC-4A72-8D1B-FDEBF5A3BEDA}" type="slidenum">
              <a:rPr lang="zh-TW" altLang="en-US"/>
              <a:pPr>
                <a:defRPr/>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719CA3"/>
            </a:gs>
            <a:gs pos="40000">
              <a:schemeClr val="bg2">
                <a:tint val="90000"/>
                <a:shade val="90000"/>
                <a:satMod val="120000"/>
              </a:schemeClr>
            </a:gs>
            <a:gs pos="100000">
              <a:schemeClr val="bg2">
                <a:tint val="50000"/>
              </a:schemeClr>
            </a:gs>
          </a:gsLst>
          <a:lin ang="16200000" scaled="1"/>
          <a:tileRect/>
        </a:gradFill>
        <a:effectLst/>
      </p:bgPr>
    </p:bg>
    <p:spTree>
      <p:nvGrpSpPr>
        <p:cNvPr id="1" name=""/>
        <p:cNvGrpSpPr/>
        <p:nvPr/>
      </p:nvGrpSpPr>
      <p:grpSpPr>
        <a:xfrm>
          <a:off x="0" y="0"/>
          <a:ext cx="0" cy="0"/>
          <a:chOff x="0" y="0"/>
          <a:chExt cx="0" cy="0"/>
        </a:xfrm>
      </p:grpSpPr>
      <p:sp>
        <p:nvSpPr>
          <p:cNvPr id="16" name="直線接點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fontAlgn="auto">
              <a:spcBef>
                <a:spcPts val="0"/>
              </a:spcBef>
              <a:spcAft>
                <a:spcPts val="0"/>
              </a:spcAft>
              <a:defRPr/>
            </a:pPr>
            <a:endParaRPr kumimoji="0" lang="en-US" dirty="0">
              <a:latin typeface="+mn-lt"/>
              <a:ea typeface="+mn-ea"/>
            </a:endParaRPr>
          </a:p>
        </p:txBody>
      </p:sp>
      <p:sp>
        <p:nvSpPr>
          <p:cNvPr id="22" name="標題版面配置區 21"/>
          <p:cNvSpPr>
            <a:spLocks noGrp="1"/>
          </p:cNvSpPr>
          <p:nvPr>
            <p:ph type="title"/>
          </p:nvPr>
        </p:nvSpPr>
        <p:spPr>
          <a:xfrm>
            <a:off x="457200" y="274638"/>
            <a:ext cx="7467600" cy="1143000"/>
          </a:xfrm>
          <a:prstGeom prst="rect">
            <a:avLst/>
          </a:prstGeom>
        </p:spPr>
        <p:txBody>
          <a:bodyPr vert="horz" anchor="b">
            <a:normAutofit/>
          </a:bodyPr>
          <a:lstStyle/>
          <a:p>
            <a:r>
              <a:rPr lang="zh-TW" altLang="en-US" smtClean="0"/>
              <a:t>按一下以編輯母片標題樣式</a:t>
            </a:r>
            <a:endParaRPr lang="en-US"/>
          </a:p>
        </p:txBody>
      </p:sp>
      <p:sp>
        <p:nvSpPr>
          <p:cNvPr id="1028" name="文字版面配置區 12"/>
          <p:cNvSpPr>
            <a:spLocks noGrp="1"/>
          </p:cNvSpPr>
          <p:nvPr>
            <p:ph type="body" idx="1"/>
          </p:nvPr>
        </p:nvSpPr>
        <p:spPr bwMode="auto">
          <a:xfrm>
            <a:off x="457200" y="1600200"/>
            <a:ext cx="7467600" cy="48736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smtClean="0"/>
          </a:p>
        </p:txBody>
      </p:sp>
      <p:sp>
        <p:nvSpPr>
          <p:cNvPr id="14" name="日期版面配置區 13"/>
          <p:cNvSpPr>
            <a:spLocks noGrp="1"/>
          </p:cNvSpPr>
          <p:nvPr>
            <p:ph type="dt" sz="half" idx="2"/>
          </p:nvPr>
        </p:nvSpPr>
        <p:spPr>
          <a:xfrm rot="5400000">
            <a:off x="7589045" y="1081881"/>
            <a:ext cx="2011362" cy="384175"/>
          </a:xfrm>
          <a:prstGeom prst="rect">
            <a:avLst/>
          </a:prstGeom>
        </p:spPr>
        <p:txBody>
          <a:bodyPr vert="horz" anchor="ctr" anchorCtr="0"/>
          <a:lstStyle>
            <a:lvl1pPr algn="r" eaLnBrk="1" fontAlgn="auto" latinLnBrk="0" hangingPunct="1">
              <a:spcBef>
                <a:spcPts val="0"/>
              </a:spcBef>
              <a:spcAft>
                <a:spcPts val="0"/>
              </a:spcAft>
              <a:defRPr kumimoji="0" sz="1200">
                <a:solidFill>
                  <a:schemeClr val="tx2"/>
                </a:solidFill>
                <a:latin typeface="+mn-lt"/>
                <a:ea typeface="+mn-ea"/>
              </a:defRPr>
            </a:lvl1pPr>
          </a:lstStyle>
          <a:p>
            <a:pPr>
              <a:defRPr/>
            </a:pPr>
            <a:fld id="{1A47E31E-1E3C-4586-AB6B-CDE461177008}" type="datetimeFigureOut">
              <a:rPr lang="zh-TW" altLang="en-US"/>
              <a:pPr>
                <a:defRPr/>
              </a:pPr>
              <a:t>2024/3/4</a:t>
            </a:fld>
            <a:endParaRPr lang="zh-TW" altLang="en-US"/>
          </a:p>
        </p:txBody>
      </p:sp>
      <p:sp>
        <p:nvSpPr>
          <p:cNvPr id="3" name="頁尾版面配置區 2"/>
          <p:cNvSpPr>
            <a:spLocks noGrp="1"/>
          </p:cNvSpPr>
          <p:nvPr>
            <p:ph type="ftr" sz="quarter" idx="3"/>
          </p:nvPr>
        </p:nvSpPr>
        <p:spPr>
          <a:xfrm rot="5400000">
            <a:off x="6989763" y="3736975"/>
            <a:ext cx="3200400" cy="365125"/>
          </a:xfrm>
          <a:prstGeom prst="rect">
            <a:avLst/>
          </a:prstGeom>
        </p:spPr>
        <p:txBody>
          <a:bodyPr vert="horz" anchor="ctr" anchorCtr="0"/>
          <a:lstStyle>
            <a:lvl1pPr algn="l" eaLnBrk="1" fontAlgn="auto" latinLnBrk="0" hangingPunct="1">
              <a:spcBef>
                <a:spcPts val="0"/>
              </a:spcBef>
              <a:spcAft>
                <a:spcPts val="0"/>
              </a:spcAft>
              <a:defRPr kumimoji="0" sz="1200">
                <a:solidFill>
                  <a:schemeClr val="tx2"/>
                </a:solidFill>
                <a:latin typeface="+mn-lt"/>
                <a:ea typeface="+mn-ea"/>
              </a:defRPr>
            </a:lvl1pPr>
          </a:lstStyle>
          <a:p>
            <a:pPr>
              <a:defRPr/>
            </a:pPr>
            <a:endParaRPr lang="zh-TW" altLang="en-US"/>
          </a:p>
        </p:txBody>
      </p:sp>
      <p:sp>
        <p:nvSpPr>
          <p:cNvPr id="7" name="直線接點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fontAlgn="auto">
              <a:spcBef>
                <a:spcPts val="0"/>
              </a:spcBef>
              <a:spcAft>
                <a:spcPts val="0"/>
              </a:spcAft>
              <a:defRPr/>
            </a:pPr>
            <a:endParaRPr kumimoji="0" lang="en-US">
              <a:latin typeface="+mn-lt"/>
              <a:ea typeface="+mn-ea"/>
            </a:endParaRPr>
          </a:p>
        </p:txBody>
      </p:sp>
      <p:sp>
        <p:nvSpPr>
          <p:cNvPr id="9" name="直線接點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a:lstStyle/>
          <a:p>
            <a:pPr fontAlgn="auto">
              <a:spcBef>
                <a:spcPts val="0"/>
              </a:spcBef>
              <a:spcAft>
                <a:spcPts val="0"/>
              </a:spcAft>
              <a:defRPr/>
            </a:pPr>
            <a:endParaRPr kumimoji="0" lang="en-US">
              <a:latin typeface="+mn-lt"/>
              <a:ea typeface="+mn-ea"/>
            </a:endParaRPr>
          </a:p>
        </p:txBody>
      </p:sp>
      <p:sp>
        <p:nvSpPr>
          <p:cNvPr id="10" name="矩形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kumimoji="0" lang="en-US"/>
          </a:p>
        </p:txBody>
      </p:sp>
      <p:sp>
        <p:nvSpPr>
          <p:cNvPr id="11" name="直線接點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a:lstStyle/>
          <a:p>
            <a:pPr fontAlgn="auto">
              <a:spcBef>
                <a:spcPts val="0"/>
              </a:spcBef>
              <a:spcAft>
                <a:spcPts val="0"/>
              </a:spcAft>
              <a:defRPr/>
            </a:pPr>
            <a:endParaRPr kumimoji="0" lang="en-US">
              <a:latin typeface="+mn-lt"/>
              <a:ea typeface="+mn-ea"/>
            </a:endParaRPr>
          </a:p>
        </p:txBody>
      </p:sp>
      <p:sp>
        <p:nvSpPr>
          <p:cNvPr id="12" name="橢圓 11"/>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kumimoji="0" lang="en-US" dirty="0"/>
          </a:p>
        </p:txBody>
      </p:sp>
      <p:sp>
        <p:nvSpPr>
          <p:cNvPr id="23" name="投影片編號版面配置區 22"/>
          <p:cNvSpPr>
            <a:spLocks noGrp="1"/>
          </p:cNvSpPr>
          <p:nvPr>
            <p:ph type="sldNum" sz="quarter" idx="4"/>
          </p:nvPr>
        </p:nvSpPr>
        <p:spPr>
          <a:xfrm>
            <a:off x="8129588" y="5734050"/>
            <a:ext cx="609600" cy="520700"/>
          </a:xfrm>
          <a:prstGeom prst="rect">
            <a:avLst/>
          </a:prstGeom>
        </p:spPr>
        <p:txBody>
          <a:bodyPr vert="horz" anchor="ctr"/>
          <a:lstStyle>
            <a:lvl1pPr algn="ctr" eaLnBrk="1" fontAlgn="auto" latinLnBrk="0" hangingPunct="1">
              <a:spcBef>
                <a:spcPts val="0"/>
              </a:spcBef>
              <a:spcAft>
                <a:spcPts val="0"/>
              </a:spcAft>
              <a:defRPr kumimoji="0" sz="1400" b="1">
                <a:solidFill>
                  <a:srgbClr val="FFFFFF"/>
                </a:solidFill>
                <a:latin typeface="+mn-lt"/>
                <a:ea typeface="+mn-ea"/>
              </a:defRPr>
            </a:lvl1pPr>
          </a:lstStyle>
          <a:p>
            <a:pPr>
              <a:defRPr/>
            </a:pPr>
            <a:fld id="{35177D07-5CD8-42B0-BE62-374BF0CB2277}" type="slidenum">
              <a:rPr lang="zh-TW" altLang="en-US"/>
              <a:pPr>
                <a:defRPr/>
              </a:pPr>
              <a:t>‹#›</a:t>
            </a:fld>
            <a:endParaRPr lang="zh-TW" altLang="en-US"/>
          </a:p>
        </p:txBody>
      </p:sp>
    </p:spTree>
  </p:cSld>
  <p:clrMap bg1="lt1" tx1="dk1" bg2="lt2" tx2="dk2" accent1="accent1" accent2="accent2" accent3="accent3" accent4="accent4" accent5="accent5" accent6="accent6" hlink="hlink" folHlink="folHlink"/>
  <p:sldLayoutIdLst>
    <p:sldLayoutId id="2147484127" r:id="rId1"/>
    <p:sldLayoutId id="2147484128" r:id="rId2"/>
    <p:sldLayoutId id="2147484129" r:id="rId3"/>
    <p:sldLayoutId id="2147484122" r:id="rId4"/>
    <p:sldLayoutId id="2147484123" r:id="rId5"/>
    <p:sldLayoutId id="2147484130" r:id="rId6"/>
    <p:sldLayoutId id="2147484124" r:id="rId7"/>
    <p:sldLayoutId id="2147484131" r:id="rId8"/>
    <p:sldLayoutId id="2147484132" r:id="rId9"/>
    <p:sldLayoutId id="2147484125" r:id="rId10"/>
    <p:sldLayoutId id="2147484126" r:id="rId11"/>
  </p:sldLayoutIdLst>
  <p:txStyles>
    <p:titleStyle>
      <a:lvl1pPr algn="l" rtl="0" eaLnBrk="0" fontAlgn="base" hangingPunct="0">
        <a:spcBef>
          <a:spcPct val="0"/>
        </a:spcBef>
        <a:spcAft>
          <a:spcPct val="0"/>
        </a:spcAft>
        <a:defRPr sz="3000" kern="1200" cap="small">
          <a:solidFill>
            <a:schemeClr val="tx2"/>
          </a:solidFill>
          <a:latin typeface="+mj-lt"/>
          <a:ea typeface="+mj-ea"/>
          <a:cs typeface="+mj-cs"/>
        </a:defRPr>
      </a:lvl1pPr>
      <a:lvl2pPr algn="l" rtl="0" eaLnBrk="0" fontAlgn="base" hangingPunct="0">
        <a:spcBef>
          <a:spcPct val="0"/>
        </a:spcBef>
        <a:spcAft>
          <a:spcPct val="0"/>
        </a:spcAft>
        <a:defRPr sz="3000">
          <a:solidFill>
            <a:schemeClr val="tx2"/>
          </a:solidFill>
          <a:latin typeface="Century Schoolbook"/>
          <a:ea typeface="新細明體" pitchFamily="18" charset="-120"/>
        </a:defRPr>
      </a:lvl2pPr>
      <a:lvl3pPr algn="l" rtl="0" eaLnBrk="0" fontAlgn="base" hangingPunct="0">
        <a:spcBef>
          <a:spcPct val="0"/>
        </a:spcBef>
        <a:spcAft>
          <a:spcPct val="0"/>
        </a:spcAft>
        <a:defRPr sz="3000">
          <a:solidFill>
            <a:schemeClr val="tx2"/>
          </a:solidFill>
          <a:latin typeface="Century Schoolbook"/>
          <a:ea typeface="新細明體" pitchFamily="18" charset="-120"/>
        </a:defRPr>
      </a:lvl3pPr>
      <a:lvl4pPr algn="l" rtl="0" eaLnBrk="0" fontAlgn="base" hangingPunct="0">
        <a:spcBef>
          <a:spcPct val="0"/>
        </a:spcBef>
        <a:spcAft>
          <a:spcPct val="0"/>
        </a:spcAft>
        <a:defRPr sz="3000">
          <a:solidFill>
            <a:schemeClr val="tx2"/>
          </a:solidFill>
          <a:latin typeface="Century Schoolbook"/>
          <a:ea typeface="新細明體" pitchFamily="18" charset="-120"/>
        </a:defRPr>
      </a:lvl4pPr>
      <a:lvl5pPr algn="l" rtl="0" eaLnBrk="0" fontAlgn="base" hangingPunct="0">
        <a:spcBef>
          <a:spcPct val="0"/>
        </a:spcBef>
        <a:spcAft>
          <a:spcPct val="0"/>
        </a:spcAft>
        <a:defRPr sz="3000">
          <a:solidFill>
            <a:schemeClr val="tx2"/>
          </a:solidFill>
          <a:latin typeface="Century Schoolbook"/>
          <a:ea typeface="新細明體" pitchFamily="18" charset="-120"/>
        </a:defRPr>
      </a:lvl5pPr>
      <a:lvl6pPr marL="457200" algn="l" rtl="0" fontAlgn="base">
        <a:spcBef>
          <a:spcPct val="0"/>
        </a:spcBef>
        <a:spcAft>
          <a:spcPct val="0"/>
        </a:spcAft>
        <a:defRPr sz="3000">
          <a:solidFill>
            <a:schemeClr val="tx2"/>
          </a:solidFill>
          <a:latin typeface="Century Schoolbook"/>
          <a:ea typeface="新細明體" pitchFamily="18" charset="-120"/>
        </a:defRPr>
      </a:lvl6pPr>
      <a:lvl7pPr marL="914400" algn="l" rtl="0" fontAlgn="base">
        <a:spcBef>
          <a:spcPct val="0"/>
        </a:spcBef>
        <a:spcAft>
          <a:spcPct val="0"/>
        </a:spcAft>
        <a:defRPr sz="3000">
          <a:solidFill>
            <a:schemeClr val="tx2"/>
          </a:solidFill>
          <a:latin typeface="Century Schoolbook"/>
          <a:ea typeface="新細明體" pitchFamily="18" charset="-120"/>
        </a:defRPr>
      </a:lvl7pPr>
      <a:lvl8pPr marL="1371600" algn="l" rtl="0" fontAlgn="base">
        <a:spcBef>
          <a:spcPct val="0"/>
        </a:spcBef>
        <a:spcAft>
          <a:spcPct val="0"/>
        </a:spcAft>
        <a:defRPr sz="3000">
          <a:solidFill>
            <a:schemeClr val="tx2"/>
          </a:solidFill>
          <a:latin typeface="Century Schoolbook"/>
          <a:ea typeface="新細明體" pitchFamily="18" charset="-120"/>
        </a:defRPr>
      </a:lvl8pPr>
      <a:lvl9pPr marL="1828800" algn="l" rtl="0" fontAlgn="base">
        <a:spcBef>
          <a:spcPct val="0"/>
        </a:spcBef>
        <a:spcAft>
          <a:spcPct val="0"/>
        </a:spcAft>
        <a:defRPr sz="3000">
          <a:solidFill>
            <a:schemeClr val="tx2"/>
          </a:solidFill>
          <a:latin typeface="Century Schoolbook"/>
          <a:ea typeface="新細明體" pitchFamily="18" charset="-120"/>
        </a:defRPr>
      </a:lvl9pPr>
    </p:titleStyle>
    <p:bodyStyle>
      <a:lvl1pPr marL="273050" indent="-273050" algn="l" rtl="0" eaLnBrk="0" fontAlgn="base" hangingPunct="0">
        <a:spcBef>
          <a:spcPts val="600"/>
        </a:spcBef>
        <a:spcAft>
          <a:spcPct val="0"/>
        </a:spcAft>
        <a:buClr>
          <a:schemeClr val="accent1"/>
        </a:buClr>
        <a:buSzPct val="70000"/>
        <a:buFont typeface="Wingdings" pitchFamily="2" charset="2"/>
        <a:buChar char=""/>
        <a:defRPr sz="2400" kern="1200">
          <a:solidFill>
            <a:schemeClr val="tx1"/>
          </a:solidFill>
          <a:latin typeface="+mn-lt"/>
          <a:ea typeface="+mn-ea"/>
          <a:cs typeface="+mn-cs"/>
        </a:defRPr>
      </a:lvl1pPr>
      <a:lvl2pPr marL="639763" indent="-273050" algn="l" rtl="0" eaLnBrk="0" fontAlgn="base" hangingPunct="0">
        <a:spcBef>
          <a:spcPct val="20000"/>
        </a:spcBef>
        <a:spcAft>
          <a:spcPct val="0"/>
        </a:spcAft>
        <a:buClr>
          <a:schemeClr val="accent1"/>
        </a:buClr>
        <a:buSzPct val="80000"/>
        <a:buFont typeface="Wingdings 2" pitchFamily="18" charset="2"/>
        <a:buChar char=""/>
        <a:defRPr sz="2100" kern="1200">
          <a:solidFill>
            <a:schemeClr val="tx1"/>
          </a:solidFill>
          <a:latin typeface="+mn-lt"/>
          <a:ea typeface="+mn-ea"/>
          <a:cs typeface="+mn-cs"/>
        </a:defRPr>
      </a:lvl2pPr>
      <a:lvl3pPr marL="914400" indent="-182563" algn="l" rtl="0" eaLnBrk="0" fontAlgn="base" hangingPunct="0">
        <a:spcBef>
          <a:spcPct val="20000"/>
        </a:spcBef>
        <a:spcAft>
          <a:spcPct val="0"/>
        </a:spcAft>
        <a:buClr>
          <a:srgbClr val="4471A6"/>
        </a:buClr>
        <a:buSzPct val="60000"/>
        <a:buFont typeface="Wingdings" pitchFamily="2" charset="2"/>
        <a:buChar char=""/>
        <a:defRPr kern="1200">
          <a:solidFill>
            <a:schemeClr val="tx1"/>
          </a:solidFill>
          <a:latin typeface="+mn-lt"/>
          <a:ea typeface="+mn-ea"/>
          <a:cs typeface="+mn-cs"/>
        </a:defRPr>
      </a:lvl3pPr>
      <a:lvl4pPr marL="1187450" indent="-182563" algn="l" rtl="0" eaLnBrk="0" fontAlgn="base" hangingPunct="0">
        <a:spcBef>
          <a:spcPct val="20000"/>
        </a:spcBef>
        <a:spcAft>
          <a:spcPct val="0"/>
        </a:spcAft>
        <a:buClr>
          <a:srgbClr val="B2C1DB"/>
        </a:buClr>
        <a:buSzPct val="60000"/>
        <a:buFont typeface="Wingdings" pitchFamily="2" charset="2"/>
        <a:buChar char=""/>
        <a:defRPr kern="1200">
          <a:solidFill>
            <a:schemeClr val="tx1"/>
          </a:solidFill>
          <a:latin typeface="+mn-lt"/>
          <a:ea typeface="+mn-ea"/>
          <a:cs typeface="+mn-cs"/>
        </a:defRPr>
      </a:lvl4pPr>
      <a:lvl5pPr marL="1462088" indent="-182563" algn="l" rtl="0" eaLnBrk="0" fontAlgn="base" hangingPunct="0">
        <a:spcBef>
          <a:spcPct val="20000"/>
        </a:spcBef>
        <a:spcAft>
          <a:spcPct val="0"/>
        </a:spcAft>
        <a:buClr>
          <a:srgbClr val="DCB3B2"/>
        </a:buClr>
        <a:buSzPct val="68000"/>
        <a:buFont typeface="Wingdings 2" pitchFamily="18" charset="2"/>
        <a:buChar char=""/>
        <a:defRPr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18.png"/><Relationship Id="rId7" Type="http://schemas.openxmlformats.org/officeDocument/2006/relationships/diagramQuickStyle" Target="../diagrams/quickStyle2.xml"/><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19.png"/><Relationship Id="rId9" Type="http://schemas.microsoft.com/office/2007/relationships/diagramDrawing" Target="../diagrams/drawing2.xml"/></Relationships>
</file>

<file path=ppt/slides/_rels/slide18.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2555875" y="4581525"/>
            <a:ext cx="5329238" cy="669925"/>
          </a:xfrm>
        </p:spPr>
        <p:txBody>
          <a:bodyPr anchor="ctr"/>
          <a:lstStyle/>
          <a:p>
            <a:pPr algn="ctr">
              <a:defRPr/>
            </a:pPr>
            <a:r>
              <a:rPr lang="zh-TW" altLang="en-US" sz="2600" b="0" dirty="0" smtClean="0">
                <a:solidFill>
                  <a:srgbClr val="548123"/>
                </a:solidFill>
                <a:latin typeface="微軟正黑體" pitchFamily="34" charset="-120"/>
                <a:ea typeface="微軟正黑體" pitchFamily="34" charset="-120"/>
              </a:rPr>
              <a:t>璞真建設 │ 勤 儉 誠 信 追 求 卓 越</a:t>
            </a:r>
            <a:endParaRPr lang="zh-TW" altLang="en-US" sz="2600" b="0" dirty="0">
              <a:solidFill>
                <a:srgbClr val="548123"/>
              </a:solidFill>
              <a:latin typeface="微軟正黑體" pitchFamily="34" charset="-120"/>
              <a:ea typeface="微軟正黑體" pitchFamily="34" charset="-120"/>
            </a:endParaRPr>
          </a:p>
        </p:txBody>
      </p:sp>
      <p:sp>
        <p:nvSpPr>
          <p:cNvPr id="4" name="內容版面配置區 2"/>
          <p:cNvSpPr txBox="1">
            <a:spLocks/>
          </p:cNvSpPr>
          <p:nvPr/>
        </p:nvSpPr>
        <p:spPr bwMode="auto">
          <a:xfrm>
            <a:off x="3419475" y="1484313"/>
            <a:ext cx="4535488" cy="1900237"/>
          </a:xfrm>
          <a:prstGeom prst="rect">
            <a:avLst/>
          </a:prstGeom>
          <a:noFill/>
          <a:ln w="9525">
            <a:noFill/>
            <a:miter lim="800000"/>
            <a:headEnd/>
            <a:tailEnd/>
          </a:ln>
        </p:spPr>
        <p:txBody>
          <a:bodyPr/>
          <a:lstStyle/>
          <a:p>
            <a:pPr eaLnBrk="0" hangingPunct="0">
              <a:lnSpc>
                <a:spcPct val="150000"/>
              </a:lnSpc>
              <a:spcBef>
                <a:spcPts val="0"/>
              </a:spcBef>
              <a:buClr>
                <a:schemeClr val="accent1"/>
              </a:buClr>
              <a:buSzPct val="70000"/>
              <a:buFont typeface="Wingdings" pitchFamily="2" charset="2"/>
              <a:buNone/>
              <a:defRPr/>
            </a:pPr>
            <a:r>
              <a:rPr kumimoji="0" lang="zh-TW" altLang="en-US" sz="2400" b="1" dirty="0">
                <a:solidFill>
                  <a:schemeClr val="accent1">
                    <a:lumMod val="75000"/>
                  </a:schemeClr>
                </a:solidFill>
                <a:latin typeface="微軟正黑體"/>
                <a:ea typeface="微軟正黑體"/>
              </a:rPr>
              <a:t>○ </a:t>
            </a:r>
            <a:r>
              <a:rPr kumimoji="0" lang="zh-TW" altLang="en-US" sz="2400" b="1" dirty="0">
                <a:latin typeface="微軟正黑體" pitchFamily="34" charset="-120"/>
                <a:ea typeface="微軟正黑體" pitchFamily="34" charset="-120"/>
              </a:rPr>
              <a:t>客 戶 變 更 </a:t>
            </a:r>
            <a:endParaRPr kumimoji="0" lang="en-US" altLang="zh-TW" sz="2400" b="1" dirty="0">
              <a:latin typeface="微軟正黑體" pitchFamily="34" charset="-120"/>
              <a:ea typeface="微軟正黑體" pitchFamily="34" charset="-120"/>
            </a:endParaRPr>
          </a:p>
          <a:p>
            <a:pPr marL="720000" eaLnBrk="0" hangingPunct="0">
              <a:lnSpc>
                <a:spcPct val="150000"/>
              </a:lnSpc>
              <a:spcBef>
                <a:spcPts val="600"/>
              </a:spcBef>
              <a:buClr>
                <a:schemeClr val="accent1"/>
              </a:buClr>
              <a:buSzPct val="70000"/>
              <a:defRPr/>
            </a:pPr>
            <a:r>
              <a:rPr kumimoji="0" lang="zh-TW" altLang="en-US" sz="2400" b="1" dirty="0">
                <a:solidFill>
                  <a:schemeClr val="accent1">
                    <a:lumMod val="75000"/>
                  </a:schemeClr>
                </a:solidFill>
                <a:latin typeface="微軟正黑體"/>
                <a:ea typeface="微軟正黑體"/>
              </a:rPr>
              <a:t>○ </a:t>
            </a:r>
            <a:r>
              <a:rPr kumimoji="0" lang="zh-TW" altLang="en-US" sz="2400" b="1" dirty="0">
                <a:latin typeface="微軟正黑體" pitchFamily="34" charset="-120"/>
                <a:ea typeface="微軟正黑體" pitchFamily="34" charset="-120"/>
              </a:rPr>
              <a:t>售 後 服 務</a:t>
            </a:r>
            <a:endParaRPr kumimoji="0" lang="en-US" altLang="zh-TW" sz="2400" b="1" dirty="0">
              <a:latin typeface="微軟正黑體" pitchFamily="34" charset="-120"/>
              <a:ea typeface="微軟正黑體" pitchFamily="34" charset="-120"/>
            </a:endParaRPr>
          </a:p>
          <a:p>
            <a:pPr marL="1440000" eaLnBrk="0" hangingPunct="0">
              <a:lnSpc>
                <a:spcPct val="150000"/>
              </a:lnSpc>
              <a:spcBef>
                <a:spcPts val="600"/>
              </a:spcBef>
              <a:buClr>
                <a:schemeClr val="accent1"/>
              </a:buClr>
              <a:buSzPct val="70000"/>
              <a:defRPr/>
            </a:pPr>
            <a:r>
              <a:rPr kumimoji="0" lang="zh-TW" altLang="en-US" sz="2400" b="1" dirty="0">
                <a:solidFill>
                  <a:schemeClr val="accent1">
                    <a:lumMod val="75000"/>
                  </a:schemeClr>
                </a:solidFill>
                <a:latin typeface="微軟正黑體"/>
                <a:ea typeface="微軟正黑體"/>
              </a:rPr>
              <a:t>○ </a:t>
            </a:r>
            <a:r>
              <a:rPr kumimoji="0" lang="zh-TW" altLang="en-US" sz="2400" b="1" dirty="0">
                <a:latin typeface="微軟正黑體" pitchFamily="34" charset="-120"/>
                <a:ea typeface="微軟正黑體" pitchFamily="34" charset="-120"/>
              </a:rPr>
              <a:t>建 物 健 檢</a:t>
            </a:r>
            <a:endParaRPr kumimoji="0" lang="zh-TW" altLang="en-US" sz="2400" b="1" dirty="0">
              <a:latin typeface="+mn-lt"/>
              <a:ea typeface="+mn-ea"/>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資料庫圖表 3"/>
          <p:cNvGraphicFramePr/>
          <p:nvPr/>
        </p:nvGraphicFramePr>
        <p:xfrm>
          <a:off x="899592" y="1412776"/>
          <a:ext cx="7200800" cy="48245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5" name="直線接點 4"/>
          <p:cNvCxnSpPr/>
          <p:nvPr/>
        </p:nvCxnSpPr>
        <p:spPr>
          <a:xfrm>
            <a:off x="107504" y="1017588"/>
            <a:ext cx="7992888" cy="0"/>
          </a:xfrm>
          <a:prstGeom prst="line">
            <a:avLst/>
          </a:prstGeom>
          <a:ln w="15875">
            <a:gradFill flip="none" rotWithShape="1">
              <a:gsLst>
                <a:gs pos="0">
                  <a:srgbClr val="5E9EFF"/>
                </a:gs>
                <a:gs pos="39999">
                  <a:srgbClr val="85C2FF"/>
                </a:gs>
                <a:gs pos="70000">
                  <a:srgbClr val="C4D6EB"/>
                </a:gs>
                <a:gs pos="100000">
                  <a:srgbClr val="FFEBFA"/>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10244" name="矩形 5"/>
          <p:cNvSpPr>
            <a:spLocks noChangeArrowheads="1"/>
          </p:cNvSpPr>
          <p:nvPr/>
        </p:nvSpPr>
        <p:spPr bwMode="auto">
          <a:xfrm>
            <a:off x="467544" y="1052736"/>
            <a:ext cx="3749744" cy="430887"/>
          </a:xfrm>
          <a:prstGeom prst="rect">
            <a:avLst/>
          </a:prstGeom>
          <a:noFill/>
          <a:ln w="9525">
            <a:noFill/>
            <a:miter lim="800000"/>
            <a:headEnd/>
            <a:tailEnd/>
          </a:ln>
        </p:spPr>
        <p:txBody>
          <a:bodyPr wrap="none">
            <a:spAutoFit/>
          </a:bodyPr>
          <a:lstStyle/>
          <a:p>
            <a:pPr fontAlgn="ctr"/>
            <a:r>
              <a:rPr kumimoji="0" lang="zh-TW" altLang="en-US" sz="2200" dirty="0">
                <a:solidFill>
                  <a:srgbClr val="006600"/>
                </a:solidFill>
                <a:latin typeface="微軟正黑體" pitchFamily="34" charset="-120"/>
                <a:ea typeface="微軟正黑體" pitchFamily="34" charset="-120"/>
              </a:rPr>
              <a:t>客</a:t>
            </a:r>
            <a:r>
              <a:rPr kumimoji="0" lang="zh-TW" altLang="en-US" sz="2200" dirty="0" smtClean="0">
                <a:solidFill>
                  <a:srgbClr val="006600"/>
                </a:solidFill>
                <a:latin typeface="微軟正黑體" pitchFamily="34" charset="-120"/>
                <a:ea typeface="微軟正黑體" pitchFamily="34" charset="-120"/>
              </a:rPr>
              <a:t>變已完成範圍</a:t>
            </a:r>
            <a:r>
              <a:rPr kumimoji="0" lang="en-US" altLang="zh-TW" sz="2200" dirty="0" smtClean="0">
                <a:solidFill>
                  <a:srgbClr val="006600"/>
                </a:solidFill>
                <a:latin typeface="微軟正黑體" pitchFamily="34" charset="-120"/>
                <a:ea typeface="微軟正黑體" pitchFamily="34" charset="-120"/>
              </a:rPr>
              <a:t>(</a:t>
            </a:r>
            <a:r>
              <a:rPr kumimoji="0" lang="zh-TW" altLang="en-US" sz="2200" dirty="0" smtClean="0">
                <a:solidFill>
                  <a:srgbClr val="006600"/>
                </a:solidFill>
                <a:latin typeface="微軟正黑體" pitchFamily="34" charset="-120"/>
                <a:ea typeface="微軟正黑體" pitchFamily="34" charset="-120"/>
              </a:rPr>
              <a:t>不受理客變</a:t>
            </a:r>
            <a:r>
              <a:rPr kumimoji="0" lang="en-US" altLang="zh-TW" sz="2200" dirty="0" smtClean="0">
                <a:solidFill>
                  <a:srgbClr val="006600"/>
                </a:solidFill>
                <a:latin typeface="微軟正黑體" pitchFamily="34" charset="-120"/>
                <a:ea typeface="微軟正黑體" pitchFamily="34" charset="-120"/>
              </a:rPr>
              <a:t>)</a:t>
            </a:r>
            <a:endParaRPr kumimoji="0" lang="zh-TW" altLang="en-US" sz="2200" dirty="0">
              <a:solidFill>
                <a:srgbClr val="006600"/>
              </a:solidFill>
              <a:latin typeface="微軟正黑體" pitchFamily="34" charset="-120"/>
              <a:ea typeface="微軟正黑體" pitchFamily="34" charset="-12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字方塊 7"/>
          <p:cNvSpPr txBox="1">
            <a:spLocks noChangeArrowheads="1"/>
          </p:cNvSpPr>
          <p:nvPr/>
        </p:nvSpPr>
        <p:spPr bwMode="auto">
          <a:xfrm>
            <a:off x="827088" y="620713"/>
            <a:ext cx="5113337" cy="430212"/>
          </a:xfrm>
          <a:prstGeom prst="rect">
            <a:avLst/>
          </a:prstGeom>
          <a:noFill/>
          <a:ln w="9525">
            <a:noFill/>
            <a:miter lim="800000"/>
            <a:headEnd/>
            <a:tailEnd/>
          </a:ln>
        </p:spPr>
        <p:txBody>
          <a:bodyPr>
            <a:spAutoFit/>
          </a:bodyPr>
          <a:lstStyle/>
          <a:p>
            <a:pPr fontAlgn="ctr"/>
            <a:r>
              <a:rPr kumimoji="0" lang="zh-TW" altLang="en-US" sz="2200">
                <a:solidFill>
                  <a:srgbClr val="006600"/>
                </a:solidFill>
                <a:latin typeface="微軟正黑體" pitchFamily="34" charset="-120"/>
                <a:ea typeface="微軟正黑體" pitchFamily="34" charset="-120"/>
              </a:rPr>
              <a:t>客變圖說整合</a:t>
            </a:r>
          </a:p>
        </p:txBody>
      </p:sp>
      <p:sp>
        <p:nvSpPr>
          <p:cNvPr id="11267" name="文字方塊 7"/>
          <p:cNvSpPr txBox="1">
            <a:spLocks noChangeArrowheads="1"/>
          </p:cNvSpPr>
          <p:nvPr/>
        </p:nvSpPr>
        <p:spPr bwMode="auto">
          <a:xfrm>
            <a:off x="1042988" y="1628775"/>
            <a:ext cx="5113337" cy="708025"/>
          </a:xfrm>
          <a:prstGeom prst="rect">
            <a:avLst/>
          </a:prstGeom>
          <a:noFill/>
          <a:ln w="9525">
            <a:noFill/>
            <a:miter lim="800000"/>
            <a:headEnd/>
            <a:tailEnd/>
          </a:ln>
        </p:spPr>
        <p:txBody>
          <a:bodyPr>
            <a:spAutoFit/>
          </a:bodyPr>
          <a:lstStyle/>
          <a:p>
            <a:pPr fontAlgn="ctr"/>
            <a:r>
              <a:rPr kumimoji="0" lang="zh-TW" altLang="en-US" sz="2000">
                <a:latin typeface="微軟正黑體" pitchFamily="34" charset="-120"/>
                <a:ea typeface="微軟正黑體" pitchFamily="34" charset="-120"/>
              </a:rPr>
              <a:t>分類系統圖說：</a:t>
            </a:r>
            <a:endParaRPr kumimoji="0" lang="en-US" altLang="zh-TW" sz="2000">
              <a:latin typeface="微軟正黑體" pitchFamily="34" charset="-120"/>
              <a:ea typeface="微軟正黑體" pitchFamily="34" charset="-120"/>
            </a:endParaRPr>
          </a:p>
          <a:p>
            <a:pPr fontAlgn="ctr"/>
            <a:endParaRPr kumimoji="0" lang="zh-TW" altLang="en-US" sz="2000" b="1">
              <a:latin typeface="微軟正黑體" pitchFamily="34" charset="-120"/>
              <a:ea typeface="微軟正黑體" pitchFamily="34" charset="-120"/>
            </a:endParaRPr>
          </a:p>
        </p:txBody>
      </p:sp>
      <p:sp>
        <p:nvSpPr>
          <p:cNvPr id="11268" name="文字方塊 7"/>
          <p:cNvSpPr txBox="1">
            <a:spLocks noChangeArrowheads="1"/>
          </p:cNvSpPr>
          <p:nvPr/>
        </p:nvSpPr>
        <p:spPr bwMode="auto">
          <a:xfrm>
            <a:off x="2771775" y="2132013"/>
            <a:ext cx="5040313" cy="3154710"/>
          </a:xfrm>
          <a:prstGeom prst="rect">
            <a:avLst/>
          </a:prstGeom>
          <a:noFill/>
          <a:ln w="12700">
            <a:noFill/>
            <a:miter lim="800000"/>
            <a:headEnd/>
            <a:tailEnd/>
          </a:ln>
        </p:spPr>
        <p:txBody>
          <a:bodyPr>
            <a:spAutoFit/>
          </a:bodyPr>
          <a:lstStyle/>
          <a:p>
            <a:pPr fontAlgn="ctr">
              <a:spcBef>
                <a:spcPts val="900"/>
              </a:spcBef>
              <a:spcAft>
                <a:spcPts val="900"/>
              </a:spcAft>
            </a:pPr>
            <a:r>
              <a:rPr kumimoji="0" lang="en-US" altLang="zh-TW" sz="2000" b="1" dirty="0">
                <a:latin typeface="微軟正黑體" pitchFamily="34" charset="-120"/>
                <a:ea typeface="微軟正黑體" pitchFamily="34" charset="-120"/>
                <a:sym typeface="Wingdings 2" pitchFamily="18" charset="2"/>
              </a:rPr>
              <a:t></a:t>
            </a:r>
            <a:r>
              <a:rPr kumimoji="0" lang="zh-TW" altLang="en-US" sz="2000" dirty="0">
                <a:latin typeface="微軟正黑體" pitchFamily="34" charset="-120"/>
                <a:ea typeface="微軟正黑體" pitchFamily="34" charset="-120"/>
              </a:rPr>
              <a:t>建築圖說</a:t>
            </a:r>
            <a:endParaRPr kumimoji="0" lang="en-US" altLang="zh-TW" sz="2000" dirty="0">
              <a:latin typeface="微軟正黑體" pitchFamily="34" charset="-120"/>
              <a:ea typeface="微軟正黑體" pitchFamily="34" charset="-120"/>
            </a:endParaRPr>
          </a:p>
          <a:p>
            <a:pPr fontAlgn="ctr">
              <a:spcBef>
                <a:spcPts val="900"/>
              </a:spcBef>
              <a:spcAft>
                <a:spcPts val="900"/>
              </a:spcAft>
            </a:pPr>
            <a:r>
              <a:rPr kumimoji="0" lang="en-US" altLang="zh-TW" sz="2000" b="1" dirty="0">
                <a:latin typeface="微軟正黑體" pitchFamily="34" charset="-120"/>
                <a:ea typeface="微軟正黑體" pitchFamily="34" charset="-120"/>
                <a:sym typeface="Wingdings 2" pitchFamily="18" charset="2"/>
              </a:rPr>
              <a:t></a:t>
            </a:r>
            <a:r>
              <a:rPr kumimoji="0" lang="zh-TW" altLang="en-US" sz="2000" dirty="0">
                <a:latin typeface="微軟正黑體" pitchFamily="34" charset="-120"/>
                <a:ea typeface="微軟正黑體" pitchFamily="34" charset="-120"/>
              </a:rPr>
              <a:t>建材選色選料</a:t>
            </a:r>
            <a:r>
              <a:rPr kumimoji="0" lang="zh-TW" altLang="en-US" sz="2000" dirty="0" smtClean="0">
                <a:latin typeface="微軟正黑體" pitchFamily="34" charset="-120"/>
                <a:ea typeface="微軟正黑體" pitchFamily="34" charset="-120"/>
              </a:rPr>
              <a:t>表、</a:t>
            </a:r>
            <a:r>
              <a:rPr lang="zh-TW" altLang="en-US" sz="2000" dirty="0" smtClean="0">
                <a:latin typeface="微軟正黑體" pitchFamily="34" charset="-120"/>
                <a:ea typeface="微軟正黑體" pitchFamily="34" charset="-120"/>
              </a:rPr>
              <a:t>廚具、衛浴設備</a:t>
            </a:r>
            <a:endParaRPr kumimoji="0" lang="en-US" altLang="zh-TW" sz="2000" dirty="0">
              <a:latin typeface="微軟正黑體" pitchFamily="34" charset="-120"/>
              <a:ea typeface="微軟正黑體" pitchFamily="34" charset="-120"/>
            </a:endParaRPr>
          </a:p>
          <a:p>
            <a:pPr fontAlgn="ctr">
              <a:spcBef>
                <a:spcPts val="900"/>
              </a:spcBef>
              <a:spcAft>
                <a:spcPts val="900"/>
              </a:spcAft>
            </a:pPr>
            <a:r>
              <a:rPr kumimoji="0" lang="en-US" altLang="zh-TW" sz="2000" b="1" dirty="0">
                <a:latin typeface="微軟正黑體" pitchFamily="34" charset="-120"/>
                <a:ea typeface="微軟正黑體" pitchFamily="34" charset="-120"/>
                <a:sym typeface="Wingdings 2" pitchFamily="18" charset="2"/>
              </a:rPr>
              <a:t></a:t>
            </a:r>
            <a:r>
              <a:rPr kumimoji="0" lang="zh-TW" altLang="en-US" sz="2000" dirty="0">
                <a:latin typeface="微軟正黑體" pitchFamily="34" charset="-120"/>
                <a:ea typeface="微軟正黑體" pitchFamily="34" charset="-120"/>
              </a:rPr>
              <a:t>開關燈具圖說</a:t>
            </a:r>
            <a:endParaRPr kumimoji="0" lang="en-US" altLang="zh-TW" sz="2000" dirty="0">
              <a:latin typeface="微軟正黑體" pitchFamily="34" charset="-120"/>
              <a:ea typeface="微軟正黑體" pitchFamily="34" charset="-120"/>
            </a:endParaRPr>
          </a:p>
          <a:p>
            <a:pPr fontAlgn="ctr">
              <a:spcBef>
                <a:spcPts val="900"/>
              </a:spcBef>
              <a:spcAft>
                <a:spcPts val="900"/>
              </a:spcAft>
            </a:pPr>
            <a:r>
              <a:rPr kumimoji="0" lang="en-US" altLang="zh-TW" sz="2000" b="1" dirty="0">
                <a:latin typeface="微軟正黑體" pitchFamily="34" charset="-120"/>
                <a:ea typeface="微軟正黑體" pitchFamily="34" charset="-120"/>
                <a:sym typeface="Wingdings 2" pitchFamily="18" charset="2"/>
              </a:rPr>
              <a:t></a:t>
            </a:r>
            <a:r>
              <a:rPr kumimoji="0" lang="zh-TW" altLang="en-US" sz="2000" dirty="0">
                <a:latin typeface="微軟正黑體" pitchFamily="34" charset="-120"/>
                <a:ea typeface="微軟正黑體" pitchFamily="34" charset="-120"/>
              </a:rPr>
              <a:t>插座、給排水圖說</a:t>
            </a:r>
            <a:endParaRPr kumimoji="0" lang="en-US" altLang="zh-TW" sz="2000" dirty="0">
              <a:latin typeface="微軟正黑體" pitchFamily="34" charset="-120"/>
              <a:ea typeface="微軟正黑體" pitchFamily="34" charset="-120"/>
            </a:endParaRPr>
          </a:p>
          <a:p>
            <a:pPr fontAlgn="ctr">
              <a:spcBef>
                <a:spcPts val="900"/>
              </a:spcBef>
              <a:spcAft>
                <a:spcPts val="900"/>
              </a:spcAft>
            </a:pPr>
            <a:r>
              <a:rPr kumimoji="0" lang="en-US" altLang="zh-TW" sz="2000" b="1" dirty="0">
                <a:latin typeface="微軟正黑體" pitchFamily="34" charset="-120"/>
                <a:ea typeface="微軟正黑體" pitchFamily="34" charset="-120"/>
                <a:sym typeface="Wingdings 2" pitchFamily="18" charset="2"/>
              </a:rPr>
              <a:t></a:t>
            </a:r>
            <a:r>
              <a:rPr kumimoji="0" lang="zh-TW" altLang="en-US" sz="2000" dirty="0">
                <a:latin typeface="微軟正黑體" pitchFamily="34" charset="-120"/>
                <a:ea typeface="微軟正黑體" pitchFamily="34" charset="-120"/>
              </a:rPr>
              <a:t>空調圖說</a:t>
            </a:r>
            <a:endParaRPr kumimoji="0" lang="en-US" altLang="zh-TW" sz="2000" dirty="0">
              <a:latin typeface="微軟正黑體" pitchFamily="34" charset="-120"/>
              <a:ea typeface="微軟正黑體" pitchFamily="34" charset="-120"/>
            </a:endParaRPr>
          </a:p>
          <a:p>
            <a:pPr fontAlgn="ctr">
              <a:spcBef>
                <a:spcPts val="900"/>
              </a:spcBef>
              <a:spcAft>
                <a:spcPts val="900"/>
              </a:spcAft>
            </a:pPr>
            <a:r>
              <a:rPr kumimoji="0" lang="en-US" altLang="zh-TW" sz="2000" b="1" dirty="0">
                <a:latin typeface="微軟正黑體" pitchFamily="34" charset="-120"/>
                <a:ea typeface="微軟正黑體" pitchFamily="34" charset="-120"/>
                <a:sym typeface="Wingdings 2" pitchFamily="18" charset="2"/>
              </a:rPr>
              <a:t></a:t>
            </a:r>
            <a:r>
              <a:rPr kumimoji="0" lang="zh-TW" altLang="en-US" sz="2000" dirty="0">
                <a:latin typeface="微軟正黑體" pitchFamily="34" charset="-120"/>
                <a:ea typeface="微軟正黑體" pitchFamily="34" charset="-120"/>
              </a:rPr>
              <a:t>工作陽台圖說</a:t>
            </a:r>
          </a:p>
        </p:txBody>
      </p:sp>
      <p:cxnSp>
        <p:nvCxnSpPr>
          <p:cNvPr id="5" name="直線接點 4"/>
          <p:cNvCxnSpPr/>
          <p:nvPr/>
        </p:nvCxnSpPr>
        <p:spPr>
          <a:xfrm>
            <a:off x="107504" y="1017588"/>
            <a:ext cx="7992888" cy="0"/>
          </a:xfrm>
          <a:prstGeom prst="line">
            <a:avLst/>
          </a:prstGeom>
          <a:ln w="15875">
            <a:gradFill flip="none" rotWithShape="1">
              <a:gsLst>
                <a:gs pos="0">
                  <a:srgbClr val="5E9EFF"/>
                </a:gs>
                <a:gs pos="39999">
                  <a:srgbClr val="85C2FF"/>
                </a:gs>
                <a:gs pos="70000">
                  <a:srgbClr val="C4D6EB"/>
                </a:gs>
                <a:gs pos="100000">
                  <a:srgbClr val="FFEBFA"/>
                </a:gs>
              </a:gsLst>
              <a:lin ang="10800000" scaled="1"/>
              <a:tileRect/>
            </a:gra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直線接點 5"/>
          <p:cNvCxnSpPr/>
          <p:nvPr/>
        </p:nvCxnSpPr>
        <p:spPr>
          <a:xfrm>
            <a:off x="107504" y="1017588"/>
            <a:ext cx="7992888" cy="0"/>
          </a:xfrm>
          <a:prstGeom prst="line">
            <a:avLst/>
          </a:prstGeom>
          <a:ln w="15875">
            <a:gradFill flip="none" rotWithShape="1">
              <a:gsLst>
                <a:gs pos="0">
                  <a:srgbClr val="5E9EFF"/>
                </a:gs>
                <a:gs pos="39999">
                  <a:srgbClr val="85C2FF"/>
                </a:gs>
                <a:gs pos="70000">
                  <a:srgbClr val="C4D6EB"/>
                </a:gs>
                <a:gs pos="100000">
                  <a:srgbClr val="FFEBFA"/>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7" name="標題 1"/>
          <p:cNvSpPr txBox="1">
            <a:spLocks/>
          </p:cNvSpPr>
          <p:nvPr/>
        </p:nvSpPr>
        <p:spPr>
          <a:xfrm>
            <a:off x="1547664" y="2204864"/>
            <a:ext cx="6264275" cy="1224136"/>
          </a:xfrm>
          <a:prstGeom prst="rect">
            <a:avLst/>
          </a:prstGeom>
        </p:spPr>
        <p:txBody>
          <a:bodyPr anchor="b">
            <a:normAutofit/>
          </a:bodyPr>
          <a:lstStyle/>
          <a:p>
            <a:pPr algn="ctr" eaLnBrk="0" hangingPunct="0">
              <a:defRPr/>
            </a:pPr>
            <a:r>
              <a:rPr kumimoji="0" lang="zh-TW" altLang="en-US" sz="3000" b="1" cap="small" dirty="0" smtClean="0">
                <a:solidFill>
                  <a:srgbClr val="002060"/>
                </a:solidFill>
                <a:latin typeface="微軟正黑體" pitchFamily="34" charset="-120"/>
                <a:ea typeface="微軟正黑體" pitchFamily="34" charset="-120"/>
                <a:cs typeface="+mj-cs"/>
              </a:rPr>
              <a:t>文林北路案</a:t>
            </a:r>
            <a:r>
              <a:rPr kumimoji="0" lang="en-US" altLang="zh-TW" sz="3000" b="1" cap="small" dirty="0" smtClean="0">
                <a:solidFill>
                  <a:srgbClr val="002060"/>
                </a:solidFill>
                <a:latin typeface="微軟正黑體" pitchFamily="34" charset="-120"/>
                <a:ea typeface="微軟正黑體" pitchFamily="34" charset="-120"/>
                <a:cs typeface="+mj-cs"/>
              </a:rPr>
              <a:t>-</a:t>
            </a:r>
            <a:r>
              <a:rPr kumimoji="0" lang="zh-TW" altLang="en-US" sz="3000" b="1" cap="small" dirty="0" smtClean="0">
                <a:solidFill>
                  <a:srgbClr val="002060"/>
                </a:solidFill>
                <a:latin typeface="微軟正黑體" pitchFamily="34" charset="-120"/>
                <a:ea typeface="微軟正黑體" pitchFamily="34" charset="-120"/>
                <a:cs typeface="+mj-cs"/>
              </a:rPr>
              <a:t>客變完成</a:t>
            </a:r>
            <a:endParaRPr kumimoji="0" lang="en-US" altLang="zh-TW" sz="3000" b="1" cap="small" dirty="0" smtClean="0">
              <a:solidFill>
                <a:srgbClr val="002060"/>
              </a:solidFill>
              <a:latin typeface="微軟正黑體" pitchFamily="34" charset="-120"/>
              <a:ea typeface="微軟正黑體" pitchFamily="34" charset="-120"/>
              <a:cs typeface="+mj-cs"/>
            </a:endParaRPr>
          </a:p>
          <a:p>
            <a:pPr algn="ctr" eaLnBrk="0" hangingPunct="0">
              <a:spcBef>
                <a:spcPts val="600"/>
              </a:spcBef>
              <a:defRPr/>
            </a:pPr>
            <a:r>
              <a:rPr kumimoji="0" lang="en-US" altLang="zh-TW" sz="3000" b="1" cap="small" dirty="0" smtClean="0">
                <a:solidFill>
                  <a:srgbClr val="002060"/>
                </a:solidFill>
                <a:latin typeface="微軟正黑體" pitchFamily="34" charset="-120"/>
                <a:ea typeface="微軟正黑體" pitchFamily="34" charset="-120"/>
                <a:cs typeface="+mj-cs"/>
              </a:rPr>
              <a:t>(</a:t>
            </a:r>
            <a:r>
              <a:rPr kumimoji="0" lang="zh-TW" altLang="en-US" sz="3000" b="1" cap="small" dirty="0" smtClean="0">
                <a:solidFill>
                  <a:srgbClr val="002060"/>
                </a:solidFill>
                <a:latin typeface="微軟正黑體" pitchFamily="34" charset="-120"/>
                <a:ea typeface="微軟正黑體" pitchFamily="34" charset="-120"/>
                <a:cs typeface="+mj-cs"/>
              </a:rPr>
              <a:t> </a:t>
            </a:r>
            <a:r>
              <a:rPr kumimoji="0" lang="en-US" altLang="zh-TW" sz="3000" b="1" cap="small" dirty="0" smtClean="0">
                <a:solidFill>
                  <a:srgbClr val="002060"/>
                </a:solidFill>
                <a:latin typeface="微軟正黑體" pitchFamily="34" charset="-120"/>
                <a:ea typeface="微軟正黑體" pitchFamily="34" charset="-120"/>
                <a:cs typeface="+mj-cs"/>
              </a:rPr>
              <a:t>A</a:t>
            </a:r>
            <a:r>
              <a:rPr kumimoji="0" lang="zh-TW" altLang="en-US" sz="3000" b="1" cap="small" dirty="0" smtClean="0">
                <a:solidFill>
                  <a:srgbClr val="002060"/>
                </a:solidFill>
                <a:latin typeface="微軟正黑體" pitchFamily="34" charset="-120"/>
                <a:ea typeface="微軟正黑體" pitchFamily="34" charset="-120"/>
                <a:cs typeface="+mj-cs"/>
              </a:rPr>
              <a:t>、</a:t>
            </a:r>
            <a:r>
              <a:rPr kumimoji="0" lang="en-US" altLang="zh-TW" sz="3000" b="1" cap="small" dirty="0" smtClean="0">
                <a:solidFill>
                  <a:srgbClr val="002060"/>
                </a:solidFill>
                <a:latin typeface="微軟正黑體" pitchFamily="34" charset="-120"/>
                <a:ea typeface="微軟正黑體" pitchFamily="34" charset="-120"/>
                <a:cs typeface="+mj-cs"/>
              </a:rPr>
              <a:t>B</a:t>
            </a:r>
            <a:r>
              <a:rPr kumimoji="0" lang="zh-TW" altLang="en-US" sz="3000" b="1" cap="small" dirty="0">
                <a:solidFill>
                  <a:srgbClr val="002060"/>
                </a:solidFill>
                <a:latin typeface="微軟正黑體" pitchFamily="34" charset="-120"/>
                <a:ea typeface="微軟正黑體" pitchFamily="34" charset="-120"/>
              </a:rPr>
              <a:t> 、 </a:t>
            </a:r>
            <a:r>
              <a:rPr kumimoji="0" lang="en-US" altLang="zh-TW" sz="3000" b="1" cap="small" dirty="0" smtClean="0">
                <a:solidFill>
                  <a:srgbClr val="002060"/>
                </a:solidFill>
                <a:latin typeface="微軟正黑體" pitchFamily="34" charset="-120"/>
                <a:ea typeface="微軟正黑體" pitchFamily="34" charset="-120"/>
                <a:cs typeface="+mj-cs"/>
              </a:rPr>
              <a:t>C</a:t>
            </a:r>
            <a:r>
              <a:rPr kumimoji="0" lang="zh-TW" altLang="en-US" sz="3000" b="1" cap="small" dirty="0">
                <a:solidFill>
                  <a:srgbClr val="002060"/>
                </a:solidFill>
                <a:latin typeface="微軟正黑體" pitchFamily="34" charset="-120"/>
                <a:ea typeface="微軟正黑體" pitchFamily="34" charset="-120"/>
              </a:rPr>
              <a:t> 、 </a:t>
            </a:r>
            <a:r>
              <a:rPr kumimoji="0" lang="en-US" altLang="zh-TW" sz="3000" b="1" cap="small" dirty="0" smtClean="0">
                <a:solidFill>
                  <a:srgbClr val="002060"/>
                </a:solidFill>
                <a:latin typeface="微軟正黑體" pitchFamily="34" charset="-120"/>
                <a:ea typeface="微軟正黑體" pitchFamily="34" charset="-120"/>
                <a:cs typeface="+mj-cs"/>
              </a:rPr>
              <a:t>D</a:t>
            </a:r>
            <a:r>
              <a:rPr kumimoji="0" lang="zh-TW" altLang="en-US" sz="3000" b="1" cap="small" dirty="0" smtClean="0">
                <a:solidFill>
                  <a:srgbClr val="002060"/>
                </a:solidFill>
                <a:latin typeface="微軟正黑體" pitchFamily="34" charset="-120"/>
                <a:ea typeface="微軟正黑體" pitchFamily="34" charset="-120"/>
                <a:cs typeface="+mj-cs"/>
              </a:rPr>
              <a:t>戶</a:t>
            </a:r>
            <a:r>
              <a:rPr kumimoji="0" lang="en-US" altLang="zh-TW" sz="3000" b="1" cap="small" dirty="0" smtClean="0">
                <a:solidFill>
                  <a:srgbClr val="002060"/>
                </a:solidFill>
                <a:latin typeface="微軟正黑體" pitchFamily="34" charset="-120"/>
                <a:ea typeface="微軟正黑體" pitchFamily="34" charset="-120"/>
                <a:cs typeface="+mj-cs"/>
              </a:rPr>
              <a:t>-</a:t>
            </a:r>
            <a:r>
              <a:rPr kumimoji="0" lang="zh-TW" altLang="en-US" sz="3000" b="1" cap="small" dirty="0" smtClean="0">
                <a:solidFill>
                  <a:srgbClr val="002060"/>
                </a:solidFill>
                <a:latin typeface="微軟正黑體" pitchFamily="34" charset="-120"/>
                <a:ea typeface="微軟正黑體" pitchFamily="34" charset="-120"/>
                <a:cs typeface="+mj-cs"/>
              </a:rPr>
              <a:t>戶型說明 </a:t>
            </a:r>
            <a:r>
              <a:rPr kumimoji="0" lang="en-US" altLang="zh-TW" sz="3000" b="1" cap="small" dirty="0" smtClean="0">
                <a:solidFill>
                  <a:srgbClr val="002060"/>
                </a:solidFill>
                <a:latin typeface="微軟正黑體" pitchFamily="34" charset="-120"/>
                <a:ea typeface="微軟正黑體" pitchFamily="34" charset="-120"/>
                <a:cs typeface="+mj-cs"/>
              </a:rPr>
              <a:t>)</a:t>
            </a:r>
            <a:endParaRPr kumimoji="0" lang="zh-TW" altLang="en-US" sz="3000" b="1" cap="small" dirty="0">
              <a:solidFill>
                <a:srgbClr val="002060"/>
              </a:solidFill>
              <a:latin typeface="微軟正黑體" pitchFamily="34" charset="-120"/>
              <a:ea typeface="微軟正黑體" pitchFamily="34" charset="-120"/>
              <a:cs typeface="+mj-cs"/>
            </a:endParaRPr>
          </a:p>
        </p:txBody>
      </p:sp>
      <p:sp>
        <p:nvSpPr>
          <p:cNvPr id="9222" name="矩形 6"/>
          <p:cNvSpPr>
            <a:spLocks noChangeArrowheads="1"/>
          </p:cNvSpPr>
          <p:nvPr/>
        </p:nvSpPr>
        <p:spPr bwMode="auto">
          <a:xfrm>
            <a:off x="395536" y="620688"/>
            <a:ext cx="7200900" cy="461963"/>
          </a:xfrm>
          <a:prstGeom prst="rect">
            <a:avLst/>
          </a:prstGeom>
          <a:noFill/>
          <a:ln w="9525">
            <a:noFill/>
            <a:miter lim="800000"/>
            <a:headEnd/>
            <a:tailEnd/>
          </a:ln>
        </p:spPr>
        <p:txBody>
          <a:bodyPr>
            <a:spAutoFit/>
          </a:bodyPr>
          <a:lstStyle/>
          <a:p>
            <a:pPr marL="719138" indent="-273050" eaLnBrk="0" fontAlgn="ctr" hangingPunct="0">
              <a:buClr>
                <a:schemeClr val="accent1"/>
              </a:buClr>
              <a:buSzPct val="70000"/>
              <a:buFont typeface="Wingdings" pitchFamily="2" charset="2"/>
              <a:buChar char=""/>
            </a:pPr>
            <a:r>
              <a:rPr kumimoji="0" lang="zh-TW" altLang="en-US" sz="2400" b="1" dirty="0">
                <a:latin typeface="微軟正黑體" pitchFamily="34" charset="-120"/>
                <a:ea typeface="微軟正黑體" pitchFamily="34" charset="-120"/>
              </a:rPr>
              <a:t>璞</a:t>
            </a:r>
            <a:r>
              <a:rPr kumimoji="0" lang="zh-TW" altLang="en-US" sz="2400" b="1" dirty="0" smtClean="0">
                <a:latin typeface="微軟正黑體" pitchFamily="34" charset="-120"/>
                <a:ea typeface="微軟正黑體" pitchFamily="34" charset="-120"/>
              </a:rPr>
              <a:t>真的客戶變更</a:t>
            </a:r>
            <a:r>
              <a:rPr kumimoji="0" lang="en-US" altLang="zh-TW" sz="2400" b="1" dirty="0">
                <a:latin typeface="微軟正黑體" pitchFamily="34" charset="-120"/>
                <a:ea typeface="微軟正黑體" pitchFamily="34" charset="-120"/>
              </a:rPr>
              <a:t>-</a:t>
            </a:r>
            <a:endParaRPr kumimoji="0" lang="zh-TW" altLang="en-US" sz="2400" b="1" dirty="0">
              <a:latin typeface="微軟正黑體" pitchFamily="34" charset="-120"/>
              <a:ea typeface="微軟正黑體" pitchFamily="34" charset="-12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79512" y="260648"/>
            <a:ext cx="1231427" cy="553998"/>
          </a:xfrm>
          <a:prstGeom prst="rect">
            <a:avLst/>
          </a:prstGeom>
        </p:spPr>
        <p:txBody>
          <a:bodyPr wrap="none">
            <a:spAutoFit/>
          </a:bodyPr>
          <a:lstStyle/>
          <a:p>
            <a:r>
              <a:rPr kumimoji="0" lang="en-US" altLang="zh-TW" sz="3000" b="1" cap="small" dirty="0" smtClean="0">
                <a:solidFill>
                  <a:srgbClr val="002060"/>
                </a:solidFill>
                <a:latin typeface="微軟正黑體" pitchFamily="34" charset="-120"/>
                <a:ea typeface="微軟正黑體" pitchFamily="34" charset="-120"/>
                <a:cs typeface="+mj-cs"/>
              </a:rPr>
              <a:t>A</a:t>
            </a:r>
            <a:r>
              <a:rPr kumimoji="0" lang="zh-TW" altLang="en-US" sz="3000" b="1" cap="small" dirty="0" smtClean="0">
                <a:solidFill>
                  <a:srgbClr val="002060"/>
                </a:solidFill>
                <a:latin typeface="微軟正黑體" pitchFamily="34" charset="-120"/>
                <a:ea typeface="微軟正黑體" pitchFamily="34" charset="-120"/>
                <a:cs typeface="+mj-cs"/>
              </a:rPr>
              <a:t>戶</a:t>
            </a:r>
            <a:r>
              <a:rPr kumimoji="0" lang="zh-TW" altLang="en-US" sz="3000" b="1" cap="small" dirty="0">
                <a:solidFill>
                  <a:srgbClr val="002060"/>
                </a:solidFill>
                <a:latin typeface="微軟正黑體" pitchFamily="34" charset="-120"/>
                <a:ea typeface="微軟正黑體" pitchFamily="34" charset="-120"/>
                <a:cs typeface="+mj-cs"/>
              </a:rPr>
              <a:t>型</a:t>
            </a:r>
          </a:p>
        </p:txBody>
      </p:sp>
      <p:pic>
        <p:nvPicPr>
          <p:cNvPr id="29699" name="Picture 3"/>
          <p:cNvPicPr>
            <a:picLocks noChangeAspect="1" noChangeArrowheads="1"/>
          </p:cNvPicPr>
          <p:nvPr/>
        </p:nvPicPr>
        <p:blipFill>
          <a:blip r:embed="rId2" cstate="print"/>
          <a:srcRect/>
          <a:stretch>
            <a:fillRect/>
          </a:stretch>
        </p:blipFill>
        <p:spPr bwMode="auto">
          <a:xfrm>
            <a:off x="2123728" y="1196752"/>
            <a:ext cx="5086350" cy="5314950"/>
          </a:xfrm>
          <a:prstGeom prst="rect">
            <a:avLst/>
          </a:prstGeom>
          <a:noFill/>
          <a:ln w="9525">
            <a:noFill/>
            <a:miter lim="800000"/>
            <a:headEnd/>
            <a:tailEnd/>
          </a:ln>
        </p:spPr>
      </p:pic>
      <p:cxnSp>
        <p:nvCxnSpPr>
          <p:cNvPr id="5" name="直線接點 4"/>
          <p:cNvCxnSpPr/>
          <p:nvPr/>
        </p:nvCxnSpPr>
        <p:spPr>
          <a:xfrm>
            <a:off x="107504" y="1017588"/>
            <a:ext cx="7992888" cy="0"/>
          </a:xfrm>
          <a:prstGeom prst="line">
            <a:avLst/>
          </a:prstGeom>
          <a:ln w="15875">
            <a:gradFill flip="none" rotWithShape="1">
              <a:gsLst>
                <a:gs pos="0">
                  <a:srgbClr val="5E9EFF"/>
                </a:gs>
                <a:gs pos="39999">
                  <a:srgbClr val="85C2FF"/>
                </a:gs>
                <a:gs pos="70000">
                  <a:srgbClr val="C4D6EB"/>
                </a:gs>
                <a:gs pos="100000">
                  <a:srgbClr val="FFEBFA"/>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2267744" y="476672"/>
            <a:ext cx="5339923" cy="369332"/>
          </a:xfrm>
          <a:prstGeom prst="rect">
            <a:avLst/>
          </a:prstGeom>
        </p:spPr>
        <p:txBody>
          <a:bodyPr wrap="none">
            <a:spAutoFit/>
          </a:bodyPr>
          <a:lstStyle/>
          <a:p>
            <a:r>
              <a:rPr lang="zh-TW" altLang="en-US" dirty="0" smtClean="0">
                <a:solidFill>
                  <a:srgbClr val="002060"/>
                </a:solidFill>
                <a:latin typeface="微軟正黑體" pitchFamily="34" charset="-120"/>
                <a:ea typeface="微軟正黑體" pitchFamily="34" charset="-120"/>
              </a:rPr>
              <a:t>含全室隔間、木門、浴廁</a:t>
            </a:r>
            <a:r>
              <a:rPr lang="en-US" altLang="zh-TW" dirty="0" smtClean="0">
                <a:solidFill>
                  <a:srgbClr val="002060"/>
                </a:solidFill>
                <a:latin typeface="微軟正黑體" pitchFamily="34" charset="-120"/>
                <a:ea typeface="微軟正黑體" pitchFamily="34" charset="-120"/>
              </a:rPr>
              <a:t>&amp;</a:t>
            </a:r>
            <a:r>
              <a:rPr lang="zh-TW" altLang="en-US" dirty="0" smtClean="0">
                <a:solidFill>
                  <a:srgbClr val="002060"/>
                </a:solidFill>
                <a:latin typeface="微軟正黑體" pitchFamily="34" charset="-120"/>
                <a:ea typeface="微軟正黑體" pitchFamily="34" charset="-120"/>
              </a:rPr>
              <a:t>廚房天花板</a:t>
            </a:r>
            <a:r>
              <a:rPr lang="en-US" altLang="zh-TW" dirty="0" smtClean="0">
                <a:solidFill>
                  <a:srgbClr val="002060"/>
                </a:solidFill>
                <a:latin typeface="微軟正黑體" pitchFamily="34" charset="-120"/>
                <a:ea typeface="微軟正黑體" pitchFamily="34" charset="-120"/>
              </a:rPr>
              <a:t>(</a:t>
            </a:r>
            <a:r>
              <a:rPr lang="zh-TW" altLang="en-US" dirty="0" smtClean="0">
                <a:solidFill>
                  <a:srgbClr val="002060"/>
                </a:solidFill>
                <a:latin typeface="微軟正黑體" pitchFamily="34" charset="-120"/>
                <a:ea typeface="微軟正黑體" pitchFamily="34" charset="-120"/>
              </a:rPr>
              <a:t>詳選色料表</a:t>
            </a:r>
            <a:r>
              <a:rPr lang="en-US" altLang="zh-TW" dirty="0" smtClean="0">
                <a:solidFill>
                  <a:srgbClr val="002060"/>
                </a:solidFill>
                <a:latin typeface="微軟正黑體" pitchFamily="34" charset="-120"/>
                <a:ea typeface="微軟正黑體" pitchFamily="34" charset="-120"/>
              </a:rPr>
              <a:t>)</a:t>
            </a:r>
            <a:endParaRPr lang="zh-TW" altLang="en-US" dirty="0">
              <a:solidFill>
                <a:srgbClr val="002060"/>
              </a:solidFill>
              <a:latin typeface="微軟正黑體" pitchFamily="34" charset="-120"/>
              <a:ea typeface="微軟正黑體" pitchFamily="34" charset="-12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79512" y="260648"/>
            <a:ext cx="1231427" cy="553998"/>
          </a:xfrm>
          <a:prstGeom prst="rect">
            <a:avLst/>
          </a:prstGeom>
        </p:spPr>
        <p:txBody>
          <a:bodyPr wrap="none">
            <a:spAutoFit/>
          </a:bodyPr>
          <a:lstStyle/>
          <a:p>
            <a:r>
              <a:rPr kumimoji="0" lang="en-US" altLang="zh-TW" sz="3000" b="1" cap="small" dirty="0" smtClean="0">
                <a:solidFill>
                  <a:srgbClr val="002060"/>
                </a:solidFill>
                <a:latin typeface="微軟正黑體" pitchFamily="34" charset="-120"/>
                <a:ea typeface="微軟正黑體" pitchFamily="34" charset="-120"/>
                <a:cs typeface="+mj-cs"/>
              </a:rPr>
              <a:t>A</a:t>
            </a:r>
            <a:r>
              <a:rPr kumimoji="0" lang="zh-TW" altLang="en-US" sz="3000" b="1" cap="small" dirty="0" smtClean="0">
                <a:solidFill>
                  <a:srgbClr val="002060"/>
                </a:solidFill>
                <a:latin typeface="微軟正黑體" pitchFamily="34" charset="-120"/>
                <a:ea typeface="微軟正黑體" pitchFamily="34" charset="-120"/>
                <a:cs typeface="+mj-cs"/>
              </a:rPr>
              <a:t>戶</a:t>
            </a:r>
            <a:r>
              <a:rPr kumimoji="0" lang="zh-TW" altLang="en-US" sz="3000" b="1" cap="small" dirty="0">
                <a:solidFill>
                  <a:srgbClr val="002060"/>
                </a:solidFill>
                <a:latin typeface="微軟正黑體" pitchFamily="34" charset="-120"/>
                <a:ea typeface="微軟正黑體" pitchFamily="34" charset="-120"/>
                <a:cs typeface="+mj-cs"/>
              </a:rPr>
              <a:t>型</a:t>
            </a:r>
          </a:p>
        </p:txBody>
      </p:sp>
      <p:cxnSp>
        <p:nvCxnSpPr>
          <p:cNvPr id="5" name="直線接點 4"/>
          <p:cNvCxnSpPr/>
          <p:nvPr/>
        </p:nvCxnSpPr>
        <p:spPr>
          <a:xfrm>
            <a:off x="107504" y="1017588"/>
            <a:ext cx="7992888" cy="0"/>
          </a:xfrm>
          <a:prstGeom prst="line">
            <a:avLst/>
          </a:prstGeom>
          <a:ln w="15875">
            <a:gradFill flip="none" rotWithShape="1">
              <a:gsLst>
                <a:gs pos="0">
                  <a:srgbClr val="5E9EFF"/>
                </a:gs>
                <a:gs pos="39999">
                  <a:srgbClr val="85C2FF"/>
                </a:gs>
                <a:gs pos="70000">
                  <a:srgbClr val="C4D6EB"/>
                </a:gs>
                <a:gs pos="100000">
                  <a:srgbClr val="FFEBFA"/>
                </a:gs>
              </a:gsLst>
              <a:lin ang="10800000" scaled="1"/>
              <a:tileRect/>
            </a:gradFill>
          </a:ln>
        </p:spPr>
        <p:style>
          <a:lnRef idx="1">
            <a:schemeClr val="accent1"/>
          </a:lnRef>
          <a:fillRef idx="0">
            <a:schemeClr val="accent1"/>
          </a:fillRef>
          <a:effectRef idx="0">
            <a:schemeClr val="accent1"/>
          </a:effectRef>
          <a:fontRef idx="minor">
            <a:schemeClr val="tx1"/>
          </a:fontRef>
        </p:style>
      </p:cxnSp>
      <p:pic>
        <p:nvPicPr>
          <p:cNvPr id="31746" name="Picture 2"/>
          <p:cNvPicPr>
            <a:picLocks noChangeAspect="1" noChangeArrowheads="1"/>
          </p:cNvPicPr>
          <p:nvPr/>
        </p:nvPicPr>
        <p:blipFill>
          <a:blip r:embed="rId2" cstate="print"/>
          <a:srcRect/>
          <a:stretch>
            <a:fillRect/>
          </a:stretch>
        </p:blipFill>
        <p:spPr bwMode="auto">
          <a:xfrm>
            <a:off x="1779737" y="0"/>
            <a:ext cx="7364263" cy="6840000"/>
          </a:xfrm>
          <a:prstGeom prst="rect">
            <a:avLst/>
          </a:prstGeom>
          <a:noFill/>
          <a:ln w="6350">
            <a:solidFill>
              <a:schemeClr val="tx1"/>
            </a:solidFill>
            <a:miter lim="800000"/>
            <a:headEnd/>
            <a:tailEnd/>
          </a:ln>
        </p:spPr>
      </p:pic>
      <p:sp>
        <p:nvSpPr>
          <p:cNvPr id="9" name="矩形 8"/>
          <p:cNvSpPr/>
          <p:nvPr/>
        </p:nvSpPr>
        <p:spPr>
          <a:xfrm>
            <a:off x="2555776" y="1988840"/>
            <a:ext cx="3168352" cy="2088232"/>
          </a:xfrm>
          <a:prstGeom prst="rect">
            <a:avLst/>
          </a:prstGeom>
          <a:solidFill>
            <a:srgbClr val="0070C0">
              <a:alpha val="20000"/>
            </a:srgbClr>
          </a:solidFill>
          <a:ln w="25400">
            <a:solidFill>
              <a:srgbClr val="0070C0">
                <a:alpha val="49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p:cNvSpPr/>
          <p:nvPr/>
        </p:nvSpPr>
        <p:spPr>
          <a:xfrm>
            <a:off x="2555776" y="4653136"/>
            <a:ext cx="792088" cy="504056"/>
          </a:xfrm>
          <a:prstGeom prst="rect">
            <a:avLst/>
          </a:prstGeom>
          <a:solidFill>
            <a:srgbClr val="0070C0">
              <a:alpha val="20000"/>
            </a:srgbClr>
          </a:solidFill>
          <a:ln w="25400">
            <a:solidFill>
              <a:srgbClr val="0070C0">
                <a:alpha val="49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矩形 12"/>
          <p:cNvSpPr/>
          <p:nvPr/>
        </p:nvSpPr>
        <p:spPr>
          <a:xfrm>
            <a:off x="3563888" y="4581128"/>
            <a:ext cx="1800200" cy="504056"/>
          </a:xfrm>
          <a:prstGeom prst="rect">
            <a:avLst/>
          </a:prstGeom>
          <a:solidFill>
            <a:srgbClr val="0070C0">
              <a:alpha val="20000"/>
            </a:srgbClr>
          </a:solidFill>
          <a:ln w="25400">
            <a:solidFill>
              <a:srgbClr val="0070C0">
                <a:alpha val="49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p:cNvSpPr/>
          <p:nvPr/>
        </p:nvSpPr>
        <p:spPr>
          <a:xfrm>
            <a:off x="2483768" y="5949280"/>
            <a:ext cx="4320480" cy="216024"/>
          </a:xfrm>
          <a:prstGeom prst="rect">
            <a:avLst/>
          </a:prstGeom>
          <a:solidFill>
            <a:srgbClr val="0070C0">
              <a:alpha val="20000"/>
            </a:srgbClr>
          </a:solidFill>
          <a:ln w="25400">
            <a:solidFill>
              <a:srgbClr val="0070C0">
                <a:alpha val="49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14"/>
          <p:cNvSpPr/>
          <p:nvPr/>
        </p:nvSpPr>
        <p:spPr>
          <a:xfrm>
            <a:off x="2483768" y="1052736"/>
            <a:ext cx="3240000" cy="216024"/>
          </a:xfrm>
          <a:prstGeom prst="rect">
            <a:avLst/>
          </a:prstGeom>
          <a:solidFill>
            <a:srgbClr val="0070C0">
              <a:alpha val="20000"/>
            </a:srgbClr>
          </a:solidFill>
          <a:ln w="25400">
            <a:solidFill>
              <a:srgbClr val="0070C0">
                <a:alpha val="49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矩形 16"/>
          <p:cNvSpPr/>
          <p:nvPr/>
        </p:nvSpPr>
        <p:spPr>
          <a:xfrm>
            <a:off x="4644008" y="1268760"/>
            <a:ext cx="1080120" cy="180000"/>
          </a:xfrm>
          <a:prstGeom prst="rect">
            <a:avLst/>
          </a:prstGeom>
          <a:solidFill>
            <a:srgbClr val="0070C0">
              <a:alpha val="20000"/>
            </a:srgbClr>
          </a:solidFill>
          <a:ln w="25400">
            <a:solidFill>
              <a:srgbClr val="0070C0">
                <a:alpha val="49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矩形 17"/>
          <p:cNvSpPr/>
          <p:nvPr/>
        </p:nvSpPr>
        <p:spPr>
          <a:xfrm>
            <a:off x="2483768" y="6597352"/>
            <a:ext cx="3780000" cy="216024"/>
          </a:xfrm>
          <a:prstGeom prst="rect">
            <a:avLst/>
          </a:prstGeom>
          <a:solidFill>
            <a:srgbClr val="0070C0">
              <a:alpha val="20000"/>
            </a:srgbClr>
          </a:solidFill>
          <a:ln w="25400">
            <a:solidFill>
              <a:srgbClr val="0070C0">
                <a:alpha val="49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矩形 18"/>
          <p:cNvSpPr/>
          <p:nvPr/>
        </p:nvSpPr>
        <p:spPr>
          <a:xfrm>
            <a:off x="6876256" y="6597352"/>
            <a:ext cx="540000" cy="180000"/>
          </a:xfrm>
          <a:prstGeom prst="rect">
            <a:avLst/>
          </a:prstGeom>
          <a:solidFill>
            <a:srgbClr val="0070C0">
              <a:alpha val="20000"/>
            </a:srgbClr>
          </a:solidFill>
          <a:ln w="25400">
            <a:solidFill>
              <a:srgbClr val="0070C0">
                <a:alpha val="49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3" name="Picture 3"/>
          <p:cNvPicPr>
            <a:picLocks noChangeAspect="1" noChangeArrowheads="1"/>
          </p:cNvPicPr>
          <p:nvPr/>
        </p:nvPicPr>
        <p:blipFill>
          <a:blip r:embed="rId2" cstate="print"/>
          <a:srcRect/>
          <a:stretch>
            <a:fillRect/>
          </a:stretch>
        </p:blipFill>
        <p:spPr bwMode="auto">
          <a:xfrm>
            <a:off x="827584" y="692696"/>
            <a:ext cx="7740000" cy="1639598"/>
          </a:xfrm>
          <a:prstGeom prst="rect">
            <a:avLst/>
          </a:prstGeom>
          <a:noFill/>
          <a:ln w="9525">
            <a:noFill/>
            <a:miter lim="800000"/>
            <a:headEnd/>
            <a:tailEnd/>
          </a:ln>
        </p:spPr>
      </p:pic>
      <p:pic>
        <p:nvPicPr>
          <p:cNvPr id="30724" name="Picture 4"/>
          <p:cNvPicPr>
            <a:picLocks noChangeAspect="1" noChangeArrowheads="1"/>
          </p:cNvPicPr>
          <p:nvPr/>
        </p:nvPicPr>
        <p:blipFill>
          <a:blip r:embed="rId3" cstate="print"/>
          <a:srcRect/>
          <a:stretch>
            <a:fillRect/>
          </a:stretch>
        </p:blipFill>
        <p:spPr bwMode="auto">
          <a:xfrm>
            <a:off x="827584" y="2474446"/>
            <a:ext cx="7740000" cy="4383554"/>
          </a:xfrm>
          <a:prstGeom prst="rect">
            <a:avLst/>
          </a:prstGeom>
          <a:noFill/>
          <a:ln w="9525">
            <a:noFill/>
            <a:miter lim="800000"/>
            <a:headEnd/>
            <a:tailEnd/>
          </a:ln>
        </p:spPr>
      </p:pic>
      <p:sp>
        <p:nvSpPr>
          <p:cNvPr id="9" name="矩形 8"/>
          <p:cNvSpPr/>
          <p:nvPr/>
        </p:nvSpPr>
        <p:spPr>
          <a:xfrm>
            <a:off x="179512" y="188640"/>
            <a:ext cx="3647152" cy="553998"/>
          </a:xfrm>
          <a:prstGeom prst="rect">
            <a:avLst/>
          </a:prstGeom>
        </p:spPr>
        <p:txBody>
          <a:bodyPr wrap="none">
            <a:spAutoFit/>
          </a:bodyPr>
          <a:lstStyle/>
          <a:p>
            <a:r>
              <a:rPr kumimoji="0" lang="zh-TW" altLang="en-US" sz="3000" b="1" cap="small" dirty="0" smtClean="0">
                <a:solidFill>
                  <a:srgbClr val="002060"/>
                </a:solidFill>
                <a:latin typeface="微軟正黑體" pitchFamily="34" charset="-120"/>
                <a:ea typeface="微軟正黑體" pitchFamily="34" charset="-120"/>
                <a:cs typeface="+mj-cs"/>
              </a:rPr>
              <a:t>建材、設備代號對照</a:t>
            </a:r>
            <a:endParaRPr kumimoji="0" lang="zh-TW" altLang="en-US" sz="3000" b="1" cap="small" dirty="0">
              <a:solidFill>
                <a:srgbClr val="002060"/>
              </a:solidFill>
              <a:latin typeface="微軟正黑體" pitchFamily="34" charset="-120"/>
              <a:ea typeface="微軟正黑體" pitchFamily="34" charset="-120"/>
              <a:cs typeface="+mj-cs"/>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線接點 1"/>
          <p:cNvCxnSpPr/>
          <p:nvPr/>
        </p:nvCxnSpPr>
        <p:spPr>
          <a:xfrm>
            <a:off x="107504" y="1017588"/>
            <a:ext cx="7992888" cy="0"/>
          </a:xfrm>
          <a:prstGeom prst="line">
            <a:avLst/>
          </a:prstGeom>
          <a:ln w="15875">
            <a:gradFill flip="none" rotWithShape="1">
              <a:gsLst>
                <a:gs pos="0">
                  <a:srgbClr val="5E9EFF"/>
                </a:gs>
                <a:gs pos="39999">
                  <a:srgbClr val="85C2FF"/>
                </a:gs>
                <a:gs pos="70000">
                  <a:srgbClr val="C4D6EB"/>
                </a:gs>
                <a:gs pos="100000">
                  <a:srgbClr val="FFEBFA"/>
                </a:gs>
              </a:gsLst>
              <a:lin ang="10800000" scaled="1"/>
              <a:tileRect/>
            </a:gradFill>
          </a:ln>
        </p:spPr>
        <p:style>
          <a:lnRef idx="1">
            <a:schemeClr val="accent1"/>
          </a:lnRef>
          <a:fillRef idx="0">
            <a:schemeClr val="accent1"/>
          </a:fillRef>
          <a:effectRef idx="0">
            <a:schemeClr val="accent1"/>
          </a:effectRef>
          <a:fontRef idx="minor">
            <a:schemeClr val="tx1"/>
          </a:fontRef>
        </p:style>
      </p:cxnSp>
      <p:pic>
        <p:nvPicPr>
          <p:cNvPr id="1027" name="Picture 3"/>
          <p:cNvPicPr>
            <a:picLocks noChangeAspect="1" noChangeArrowheads="1"/>
          </p:cNvPicPr>
          <p:nvPr/>
        </p:nvPicPr>
        <p:blipFill>
          <a:blip r:embed="rId2" cstate="print"/>
          <a:srcRect/>
          <a:stretch>
            <a:fillRect/>
          </a:stretch>
        </p:blipFill>
        <p:spPr bwMode="auto">
          <a:xfrm>
            <a:off x="1907704" y="0"/>
            <a:ext cx="4719762" cy="6840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79512" y="260648"/>
            <a:ext cx="1202573" cy="553998"/>
          </a:xfrm>
          <a:prstGeom prst="rect">
            <a:avLst/>
          </a:prstGeom>
        </p:spPr>
        <p:txBody>
          <a:bodyPr wrap="none">
            <a:spAutoFit/>
          </a:bodyPr>
          <a:lstStyle/>
          <a:p>
            <a:r>
              <a:rPr kumimoji="0" lang="en-US" altLang="zh-TW" sz="3000" b="1" cap="small" dirty="0" smtClean="0">
                <a:solidFill>
                  <a:srgbClr val="002060"/>
                </a:solidFill>
                <a:latin typeface="微軟正黑體" pitchFamily="34" charset="-120"/>
                <a:ea typeface="微軟正黑體" pitchFamily="34" charset="-120"/>
                <a:cs typeface="+mj-cs"/>
              </a:rPr>
              <a:t>B</a:t>
            </a:r>
            <a:r>
              <a:rPr kumimoji="0" lang="zh-TW" altLang="en-US" sz="3000" b="1" cap="small" dirty="0" smtClean="0">
                <a:solidFill>
                  <a:srgbClr val="002060"/>
                </a:solidFill>
                <a:latin typeface="微軟正黑體" pitchFamily="34" charset="-120"/>
                <a:ea typeface="微軟正黑體" pitchFamily="34" charset="-120"/>
                <a:cs typeface="+mj-cs"/>
              </a:rPr>
              <a:t>戶</a:t>
            </a:r>
            <a:r>
              <a:rPr kumimoji="0" lang="zh-TW" altLang="en-US" sz="3000" b="1" cap="small" dirty="0">
                <a:solidFill>
                  <a:srgbClr val="002060"/>
                </a:solidFill>
                <a:latin typeface="微軟正黑體" pitchFamily="34" charset="-120"/>
                <a:ea typeface="微軟正黑體" pitchFamily="34" charset="-120"/>
                <a:cs typeface="+mj-cs"/>
              </a:rPr>
              <a:t>型</a:t>
            </a:r>
          </a:p>
        </p:txBody>
      </p:sp>
      <p:cxnSp>
        <p:nvCxnSpPr>
          <p:cNvPr id="5" name="直線接點 4"/>
          <p:cNvCxnSpPr/>
          <p:nvPr/>
        </p:nvCxnSpPr>
        <p:spPr>
          <a:xfrm>
            <a:off x="107504" y="1017588"/>
            <a:ext cx="7992888" cy="0"/>
          </a:xfrm>
          <a:prstGeom prst="line">
            <a:avLst/>
          </a:prstGeom>
          <a:ln w="15875">
            <a:gradFill flip="none" rotWithShape="1">
              <a:gsLst>
                <a:gs pos="0">
                  <a:srgbClr val="5E9EFF"/>
                </a:gs>
                <a:gs pos="39999">
                  <a:srgbClr val="85C2FF"/>
                </a:gs>
                <a:gs pos="70000">
                  <a:srgbClr val="C4D6EB"/>
                </a:gs>
                <a:gs pos="100000">
                  <a:srgbClr val="FFEBFA"/>
                </a:gs>
              </a:gsLst>
              <a:lin ang="10800000" scaled="1"/>
              <a:tileRect/>
            </a:gradFill>
          </a:ln>
        </p:spPr>
        <p:style>
          <a:lnRef idx="1">
            <a:schemeClr val="accent1"/>
          </a:lnRef>
          <a:fillRef idx="0">
            <a:schemeClr val="accent1"/>
          </a:fillRef>
          <a:effectRef idx="0">
            <a:schemeClr val="accent1"/>
          </a:effectRef>
          <a:fontRef idx="minor">
            <a:schemeClr val="tx1"/>
          </a:fontRef>
        </p:style>
      </p:cxnSp>
      <p:pic>
        <p:nvPicPr>
          <p:cNvPr id="33794" name="Picture 2"/>
          <p:cNvPicPr>
            <a:picLocks noChangeAspect="1" noChangeArrowheads="1"/>
          </p:cNvPicPr>
          <p:nvPr/>
        </p:nvPicPr>
        <p:blipFill>
          <a:blip r:embed="rId2" cstate="print"/>
          <a:srcRect/>
          <a:stretch>
            <a:fillRect/>
          </a:stretch>
        </p:blipFill>
        <p:spPr bwMode="auto">
          <a:xfrm>
            <a:off x="395536" y="1268760"/>
            <a:ext cx="8648700" cy="5200650"/>
          </a:xfrm>
          <a:prstGeom prst="rect">
            <a:avLst/>
          </a:prstGeom>
          <a:noFill/>
          <a:ln w="9525">
            <a:noFill/>
            <a:miter lim="800000"/>
            <a:headEnd/>
            <a:tailEnd/>
          </a:ln>
        </p:spPr>
      </p:pic>
      <p:sp>
        <p:nvSpPr>
          <p:cNvPr id="6" name="矩形 5"/>
          <p:cNvSpPr/>
          <p:nvPr/>
        </p:nvSpPr>
        <p:spPr>
          <a:xfrm>
            <a:off x="2267744" y="476672"/>
            <a:ext cx="5339923" cy="369332"/>
          </a:xfrm>
          <a:prstGeom prst="rect">
            <a:avLst/>
          </a:prstGeom>
        </p:spPr>
        <p:txBody>
          <a:bodyPr wrap="none">
            <a:spAutoFit/>
          </a:bodyPr>
          <a:lstStyle/>
          <a:p>
            <a:r>
              <a:rPr lang="zh-TW" altLang="en-US" dirty="0" smtClean="0">
                <a:solidFill>
                  <a:srgbClr val="002060"/>
                </a:solidFill>
                <a:latin typeface="微軟正黑體" pitchFamily="34" charset="-120"/>
                <a:ea typeface="微軟正黑體" pitchFamily="34" charset="-120"/>
              </a:rPr>
              <a:t>含全室隔間、木門、浴廁</a:t>
            </a:r>
            <a:r>
              <a:rPr lang="en-US" altLang="zh-TW" dirty="0" smtClean="0">
                <a:solidFill>
                  <a:srgbClr val="002060"/>
                </a:solidFill>
                <a:latin typeface="微軟正黑體" pitchFamily="34" charset="-120"/>
                <a:ea typeface="微軟正黑體" pitchFamily="34" charset="-120"/>
              </a:rPr>
              <a:t>&amp;</a:t>
            </a:r>
            <a:r>
              <a:rPr lang="zh-TW" altLang="en-US" dirty="0" smtClean="0">
                <a:solidFill>
                  <a:srgbClr val="002060"/>
                </a:solidFill>
                <a:latin typeface="微軟正黑體" pitchFamily="34" charset="-120"/>
                <a:ea typeface="微軟正黑體" pitchFamily="34" charset="-120"/>
              </a:rPr>
              <a:t>廚房天花板</a:t>
            </a:r>
            <a:r>
              <a:rPr lang="en-US" altLang="zh-TW" dirty="0" smtClean="0">
                <a:solidFill>
                  <a:srgbClr val="002060"/>
                </a:solidFill>
                <a:latin typeface="微軟正黑體" pitchFamily="34" charset="-120"/>
                <a:ea typeface="微軟正黑體" pitchFamily="34" charset="-120"/>
              </a:rPr>
              <a:t>(</a:t>
            </a:r>
            <a:r>
              <a:rPr lang="zh-TW" altLang="en-US" dirty="0" smtClean="0">
                <a:solidFill>
                  <a:srgbClr val="002060"/>
                </a:solidFill>
                <a:latin typeface="微軟正黑體" pitchFamily="34" charset="-120"/>
                <a:ea typeface="微軟正黑體" pitchFamily="34" charset="-120"/>
              </a:rPr>
              <a:t>詳選色料表</a:t>
            </a:r>
            <a:r>
              <a:rPr lang="en-US" altLang="zh-TW" dirty="0" smtClean="0">
                <a:solidFill>
                  <a:srgbClr val="002060"/>
                </a:solidFill>
                <a:latin typeface="微軟正黑體" pitchFamily="34" charset="-120"/>
                <a:ea typeface="微軟正黑體" pitchFamily="34" charset="-120"/>
              </a:rPr>
              <a:t>)</a:t>
            </a:r>
            <a:endParaRPr lang="zh-TW" altLang="en-US" dirty="0">
              <a:solidFill>
                <a:srgbClr val="002060"/>
              </a:solidFill>
              <a:latin typeface="微軟正黑體" pitchFamily="34" charset="-120"/>
              <a:ea typeface="微軟正黑體" pitchFamily="34" charset="-12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線接點 4"/>
          <p:cNvCxnSpPr/>
          <p:nvPr/>
        </p:nvCxnSpPr>
        <p:spPr>
          <a:xfrm>
            <a:off x="107504" y="1017588"/>
            <a:ext cx="7992888" cy="0"/>
          </a:xfrm>
          <a:prstGeom prst="line">
            <a:avLst/>
          </a:prstGeom>
          <a:ln w="15875">
            <a:gradFill flip="none" rotWithShape="1">
              <a:gsLst>
                <a:gs pos="0">
                  <a:srgbClr val="5E9EFF"/>
                </a:gs>
                <a:gs pos="39999">
                  <a:srgbClr val="85C2FF"/>
                </a:gs>
                <a:gs pos="70000">
                  <a:srgbClr val="C4D6EB"/>
                </a:gs>
                <a:gs pos="100000">
                  <a:srgbClr val="FFEBFA"/>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79512" y="260648"/>
            <a:ext cx="1202573" cy="553998"/>
          </a:xfrm>
          <a:prstGeom prst="rect">
            <a:avLst/>
          </a:prstGeom>
        </p:spPr>
        <p:txBody>
          <a:bodyPr wrap="none">
            <a:spAutoFit/>
          </a:bodyPr>
          <a:lstStyle/>
          <a:p>
            <a:r>
              <a:rPr kumimoji="0" lang="en-US" altLang="zh-TW" sz="3000" b="1" cap="small" dirty="0" smtClean="0">
                <a:solidFill>
                  <a:srgbClr val="002060"/>
                </a:solidFill>
                <a:latin typeface="微軟正黑體" pitchFamily="34" charset="-120"/>
                <a:ea typeface="微軟正黑體" pitchFamily="34" charset="-120"/>
                <a:cs typeface="+mj-cs"/>
              </a:rPr>
              <a:t>B</a:t>
            </a:r>
            <a:r>
              <a:rPr kumimoji="0" lang="zh-TW" altLang="en-US" sz="3000" b="1" cap="small" dirty="0" smtClean="0">
                <a:solidFill>
                  <a:srgbClr val="002060"/>
                </a:solidFill>
                <a:latin typeface="微軟正黑體" pitchFamily="34" charset="-120"/>
                <a:ea typeface="微軟正黑體" pitchFamily="34" charset="-120"/>
                <a:cs typeface="+mj-cs"/>
              </a:rPr>
              <a:t>戶</a:t>
            </a:r>
            <a:r>
              <a:rPr kumimoji="0" lang="zh-TW" altLang="en-US" sz="3000" b="1" cap="small" dirty="0">
                <a:solidFill>
                  <a:srgbClr val="002060"/>
                </a:solidFill>
                <a:latin typeface="微軟正黑體" pitchFamily="34" charset="-120"/>
                <a:ea typeface="微軟正黑體" pitchFamily="34" charset="-120"/>
                <a:cs typeface="+mj-cs"/>
              </a:rPr>
              <a:t>型</a:t>
            </a:r>
          </a:p>
        </p:txBody>
      </p:sp>
      <p:pic>
        <p:nvPicPr>
          <p:cNvPr id="32771" name="Picture 3"/>
          <p:cNvPicPr>
            <a:picLocks noChangeAspect="1" noChangeArrowheads="1"/>
          </p:cNvPicPr>
          <p:nvPr/>
        </p:nvPicPr>
        <p:blipFill>
          <a:blip r:embed="rId2" cstate="print"/>
          <a:srcRect/>
          <a:stretch>
            <a:fillRect/>
          </a:stretch>
        </p:blipFill>
        <p:spPr bwMode="auto">
          <a:xfrm>
            <a:off x="1835696" y="0"/>
            <a:ext cx="7301549" cy="6840000"/>
          </a:xfrm>
          <a:prstGeom prst="rect">
            <a:avLst/>
          </a:prstGeom>
          <a:noFill/>
          <a:ln w="9525">
            <a:noFill/>
            <a:miter lim="800000"/>
            <a:headEnd/>
            <a:tailEnd/>
          </a:ln>
        </p:spPr>
      </p:pic>
      <p:sp>
        <p:nvSpPr>
          <p:cNvPr id="7" name="矩形 6"/>
          <p:cNvSpPr/>
          <p:nvPr/>
        </p:nvSpPr>
        <p:spPr>
          <a:xfrm>
            <a:off x="2483768" y="1008000"/>
            <a:ext cx="3744416" cy="180000"/>
          </a:xfrm>
          <a:prstGeom prst="rect">
            <a:avLst/>
          </a:prstGeom>
          <a:solidFill>
            <a:srgbClr val="006600">
              <a:alpha val="20000"/>
            </a:srgbClr>
          </a:solidFill>
          <a:ln w="25400">
            <a:solidFill>
              <a:srgbClr val="006600">
                <a:alpha val="49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p:cNvSpPr/>
          <p:nvPr/>
        </p:nvSpPr>
        <p:spPr>
          <a:xfrm>
            <a:off x="2555776" y="1916832"/>
            <a:ext cx="3096344" cy="2232248"/>
          </a:xfrm>
          <a:prstGeom prst="rect">
            <a:avLst/>
          </a:prstGeom>
          <a:solidFill>
            <a:srgbClr val="006600">
              <a:alpha val="20000"/>
            </a:srgbClr>
          </a:solidFill>
          <a:ln w="25400">
            <a:solidFill>
              <a:srgbClr val="006600">
                <a:alpha val="49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p:cNvSpPr/>
          <p:nvPr/>
        </p:nvSpPr>
        <p:spPr>
          <a:xfrm>
            <a:off x="2627784" y="4725144"/>
            <a:ext cx="792088" cy="504056"/>
          </a:xfrm>
          <a:prstGeom prst="rect">
            <a:avLst/>
          </a:prstGeom>
          <a:solidFill>
            <a:srgbClr val="006600">
              <a:alpha val="20000"/>
            </a:srgbClr>
          </a:solidFill>
          <a:ln w="25400">
            <a:solidFill>
              <a:srgbClr val="006600">
                <a:alpha val="49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p:cNvSpPr/>
          <p:nvPr/>
        </p:nvSpPr>
        <p:spPr>
          <a:xfrm>
            <a:off x="3635896" y="4653136"/>
            <a:ext cx="1728192" cy="432048"/>
          </a:xfrm>
          <a:prstGeom prst="rect">
            <a:avLst/>
          </a:prstGeom>
          <a:solidFill>
            <a:srgbClr val="006600">
              <a:alpha val="20000"/>
            </a:srgbClr>
          </a:solidFill>
          <a:ln w="25400">
            <a:solidFill>
              <a:srgbClr val="006600">
                <a:alpha val="49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p:cNvSpPr/>
          <p:nvPr/>
        </p:nvSpPr>
        <p:spPr>
          <a:xfrm>
            <a:off x="4788024" y="1196752"/>
            <a:ext cx="1440000" cy="180000"/>
          </a:xfrm>
          <a:prstGeom prst="rect">
            <a:avLst/>
          </a:prstGeom>
          <a:solidFill>
            <a:srgbClr val="006600">
              <a:alpha val="20000"/>
            </a:srgbClr>
          </a:solidFill>
          <a:ln w="25400">
            <a:solidFill>
              <a:srgbClr val="006600">
                <a:alpha val="49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p:cNvSpPr/>
          <p:nvPr/>
        </p:nvSpPr>
        <p:spPr>
          <a:xfrm>
            <a:off x="2627784" y="5985304"/>
            <a:ext cx="5292000" cy="180000"/>
          </a:xfrm>
          <a:prstGeom prst="rect">
            <a:avLst/>
          </a:prstGeom>
          <a:solidFill>
            <a:srgbClr val="006600">
              <a:alpha val="20000"/>
            </a:srgbClr>
          </a:solidFill>
          <a:ln w="25400">
            <a:solidFill>
              <a:srgbClr val="006600">
                <a:alpha val="49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矩形 12"/>
          <p:cNvSpPr/>
          <p:nvPr/>
        </p:nvSpPr>
        <p:spPr>
          <a:xfrm>
            <a:off x="2627784" y="6597352"/>
            <a:ext cx="3672000" cy="180000"/>
          </a:xfrm>
          <a:prstGeom prst="rect">
            <a:avLst/>
          </a:prstGeom>
          <a:solidFill>
            <a:srgbClr val="006600">
              <a:alpha val="20000"/>
            </a:srgbClr>
          </a:solidFill>
          <a:ln w="25400">
            <a:solidFill>
              <a:srgbClr val="006600">
                <a:alpha val="49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p:cNvSpPr/>
          <p:nvPr/>
        </p:nvSpPr>
        <p:spPr>
          <a:xfrm>
            <a:off x="6840000" y="6597352"/>
            <a:ext cx="540000" cy="180000"/>
          </a:xfrm>
          <a:prstGeom prst="rect">
            <a:avLst/>
          </a:prstGeom>
          <a:solidFill>
            <a:srgbClr val="006600">
              <a:alpha val="20000"/>
            </a:srgbClr>
          </a:solidFill>
          <a:ln w="25400">
            <a:solidFill>
              <a:srgbClr val="006600">
                <a:alpha val="49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79512" y="260648"/>
            <a:ext cx="1212191" cy="553998"/>
          </a:xfrm>
          <a:prstGeom prst="rect">
            <a:avLst/>
          </a:prstGeom>
        </p:spPr>
        <p:txBody>
          <a:bodyPr wrap="none">
            <a:spAutoFit/>
          </a:bodyPr>
          <a:lstStyle/>
          <a:p>
            <a:r>
              <a:rPr kumimoji="0" lang="en-US" altLang="zh-TW" sz="3000" b="1" cap="small" dirty="0" smtClean="0">
                <a:solidFill>
                  <a:srgbClr val="002060"/>
                </a:solidFill>
                <a:latin typeface="微軟正黑體" pitchFamily="34" charset="-120"/>
                <a:ea typeface="微軟正黑體" pitchFamily="34" charset="-120"/>
                <a:cs typeface="+mj-cs"/>
              </a:rPr>
              <a:t>C</a:t>
            </a:r>
            <a:r>
              <a:rPr kumimoji="0" lang="zh-TW" altLang="en-US" sz="3000" b="1" cap="small" dirty="0" smtClean="0">
                <a:solidFill>
                  <a:srgbClr val="002060"/>
                </a:solidFill>
                <a:latin typeface="微軟正黑體" pitchFamily="34" charset="-120"/>
                <a:ea typeface="微軟正黑體" pitchFamily="34" charset="-120"/>
                <a:cs typeface="+mj-cs"/>
              </a:rPr>
              <a:t>戶</a:t>
            </a:r>
            <a:r>
              <a:rPr kumimoji="0" lang="zh-TW" altLang="en-US" sz="3000" b="1" cap="small" dirty="0">
                <a:solidFill>
                  <a:srgbClr val="002060"/>
                </a:solidFill>
                <a:latin typeface="微軟正黑體" pitchFamily="34" charset="-120"/>
                <a:ea typeface="微軟正黑體" pitchFamily="34" charset="-120"/>
                <a:cs typeface="+mj-cs"/>
              </a:rPr>
              <a:t>型</a:t>
            </a:r>
          </a:p>
        </p:txBody>
      </p:sp>
      <p:pic>
        <p:nvPicPr>
          <p:cNvPr id="1026" name="Picture 2"/>
          <p:cNvPicPr>
            <a:picLocks noChangeAspect="1" noChangeArrowheads="1"/>
          </p:cNvPicPr>
          <p:nvPr/>
        </p:nvPicPr>
        <p:blipFill>
          <a:blip r:embed="rId2" cstate="print"/>
          <a:srcRect/>
          <a:stretch>
            <a:fillRect/>
          </a:stretch>
        </p:blipFill>
        <p:spPr bwMode="auto">
          <a:xfrm>
            <a:off x="1043608" y="1412776"/>
            <a:ext cx="7981950" cy="4886325"/>
          </a:xfrm>
          <a:prstGeom prst="rect">
            <a:avLst/>
          </a:prstGeom>
          <a:noFill/>
          <a:ln w="9525">
            <a:noFill/>
            <a:miter lim="800000"/>
            <a:headEnd/>
            <a:tailEnd/>
          </a:ln>
        </p:spPr>
      </p:pic>
      <p:cxnSp>
        <p:nvCxnSpPr>
          <p:cNvPr id="5" name="直線接點 4"/>
          <p:cNvCxnSpPr/>
          <p:nvPr/>
        </p:nvCxnSpPr>
        <p:spPr>
          <a:xfrm>
            <a:off x="107504" y="1017588"/>
            <a:ext cx="7992888" cy="0"/>
          </a:xfrm>
          <a:prstGeom prst="line">
            <a:avLst/>
          </a:prstGeom>
          <a:ln w="15875">
            <a:gradFill flip="none" rotWithShape="1">
              <a:gsLst>
                <a:gs pos="0">
                  <a:srgbClr val="5E9EFF"/>
                </a:gs>
                <a:gs pos="39999">
                  <a:srgbClr val="85C2FF"/>
                </a:gs>
                <a:gs pos="70000">
                  <a:srgbClr val="C4D6EB"/>
                </a:gs>
                <a:gs pos="100000">
                  <a:srgbClr val="FFEBFA"/>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2267744" y="476672"/>
            <a:ext cx="5339923" cy="369332"/>
          </a:xfrm>
          <a:prstGeom prst="rect">
            <a:avLst/>
          </a:prstGeom>
        </p:spPr>
        <p:txBody>
          <a:bodyPr wrap="none">
            <a:spAutoFit/>
          </a:bodyPr>
          <a:lstStyle/>
          <a:p>
            <a:r>
              <a:rPr lang="zh-TW" altLang="en-US" dirty="0" smtClean="0">
                <a:solidFill>
                  <a:srgbClr val="002060"/>
                </a:solidFill>
                <a:latin typeface="微軟正黑體" pitchFamily="34" charset="-120"/>
                <a:ea typeface="微軟正黑體" pitchFamily="34" charset="-120"/>
              </a:rPr>
              <a:t>含全室隔間、木門、浴廁</a:t>
            </a:r>
            <a:r>
              <a:rPr lang="en-US" altLang="zh-TW" dirty="0" smtClean="0">
                <a:solidFill>
                  <a:srgbClr val="002060"/>
                </a:solidFill>
                <a:latin typeface="微軟正黑體" pitchFamily="34" charset="-120"/>
                <a:ea typeface="微軟正黑體" pitchFamily="34" charset="-120"/>
              </a:rPr>
              <a:t>&amp;</a:t>
            </a:r>
            <a:r>
              <a:rPr lang="zh-TW" altLang="en-US" dirty="0" smtClean="0">
                <a:solidFill>
                  <a:srgbClr val="002060"/>
                </a:solidFill>
                <a:latin typeface="微軟正黑體" pitchFamily="34" charset="-120"/>
                <a:ea typeface="微軟正黑體" pitchFamily="34" charset="-120"/>
              </a:rPr>
              <a:t>廚房天花板</a:t>
            </a:r>
            <a:r>
              <a:rPr lang="en-US" altLang="zh-TW" dirty="0" smtClean="0">
                <a:solidFill>
                  <a:srgbClr val="002060"/>
                </a:solidFill>
                <a:latin typeface="微軟正黑體" pitchFamily="34" charset="-120"/>
                <a:ea typeface="微軟正黑體" pitchFamily="34" charset="-120"/>
              </a:rPr>
              <a:t>(</a:t>
            </a:r>
            <a:r>
              <a:rPr lang="zh-TW" altLang="en-US" dirty="0" smtClean="0">
                <a:solidFill>
                  <a:srgbClr val="002060"/>
                </a:solidFill>
                <a:latin typeface="微軟正黑體" pitchFamily="34" charset="-120"/>
                <a:ea typeface="微軟正黑體" pitchFamily="34" charset="-120"/>
              </a:rPr>
              <a:t>詳選色料表</a:t>
            </a:r>
            <a:r>
              <a:rPr lang="en-US" altLang="zh-TW" dirty="0" smtClean="0">
                <a:solidFill>
                  <a:srgbClr val="002060"/>
                </a:solidFill>
                <a:latin typeface="微軟正黑體" pitchFamily="34" charset="-120"/>
                <a:ea typeface="微軟正黑體" pitchFamily="34" charset="-120"/>
              </a:rPr>
              <a:t>)</a:t>
            </a:r>
            <a:endParaRPr lang="zh-TW" altLang="en-US" dirty="0">
              <a:solidFill>
                <a:srgbClr val="002060"/>
              </a:solidFill>
              <a:latin typeface="微軟正黑體" pitchFamily="34" charset="-120"/>
              <a:ea typeface="微軟正黑體" pitchFamily="34" charset="-12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79512" y="260648"/>
            <a:ext cx="1212191" cy="553998"/>
          </a:xfrm>
          <a:prstGeom prst="rect">
            <a:avLst/>
          </a:prstGeom>
        </p:spPr>
        <p:txBody>
          <a:bodyPr wrap="none">
            <a:spAutoFit/>
          </a:bodyPr>
          <a:lstStyle/>
          <a:p>
            <a:r>
              <a:rPr kumimoji="0" lang="en-US" altLang="zh-TW" sz="3000" b="1" cap="small" dirty="0" smtClean="0">
                <a:solidFill>
                  <a:srgbClr val="002060"/>
                </a:solidFill>
                <a:latin typeface="微軟正黑體" pitchFamily="34" charset="-120"/>
                <a:ea typeface="微軟正黑體" pitchFamily="34" charset="-120"/>
                <a:cs typeface="+mj-cs"/>
              </a:rPr>
              <a:t>C</a:t>
            </a:r>
            <a:r>
              <a:rPr kumimoji="0" lang="zh-TW" altLang="en-US" sz="3000" b="1" cap="small" dirty="0" smtClean="0">
                <a:solidFill>
                  <a:srgbClr val="002060"/>
                </a:solidFill>
                <a:latin typeface="微軟正黑體" pitchFamily="34" charset="-120"/>
                <a:ea typeface="微軟正黑體" pitchFamily="34" charset="-120"/>
                <a:cs typeface="+mj-cs"/>
              </a:rPr>
              <a:t>戶</a:t>
            </a:r>
            <a:r>
              <a:rPr kumimoji="0" lang="zh-TW" altLang="en-US" sz="3000" b="1" cap="small" dirty="0">
                <a:solidFill>
                  <a:srgbClr val="002060"/>
                </a:solidFill>
                <a:latin typeface="微軟正黑體" pitchFamily="34" charset="-120"/>
                <a:ea typeface="微軟正黑體" pitchFamily="34" charset="-120"/>
                <a:cs typeface="+mj-cs"/>
              </a:rPr>
              <a:t>型</a:t>
            </a:r>
          </a:p>
        </p:txBody>
      </p:sp>
      <p:pic>
        <p:nvPicPr>
          <p:cNvPr id="2050" name="Picture 2"/>
          <p:cNvPicPr>
            <a:picLocks noChangeAspect="1" noChangeArrowheads="1"/>
          </p:cNvPicPr>
          <p:nvPr/>
        </p:nvPicPr>
        <p:blipFill>
          <a:blip r:embed="rId2" cstate="print"/>
          <a:srcRect/>
          <a:stretch>
            <a:fillRect/>
          </a:stretch>
        </p:blipFill>
        <p:spPr bwMode="auto">
          <a:xfrm>
            <a:off x="1606555" y="0"/>
            <a:ext cx="7537445" cy="6840000"/>
          </a:xfrm>
          <a:prstGeom prst="rect">
            <a:avLst/>
          </a:prstGeom>
          <a:noFill/>
          <a:ln w="9525">
            <a:noFill/>
            <a:miter lim="800000"/>
            <a:headEnd/>
            <a:tailEnd/>
          </a:ln>
        </p:spPr>
      </p:pic>
      <p:sp>
        <p:nvSpPr>
          <p:cNvPr id="5" name="矩形 4"/>
          <p:cNvSpPr/>
          <p:nvPr/>
        </p:nvSpPr>
        <p:spPr>
          <a:xfrm>
            <a:off x="2304000" y="1052736"/>
            <a:ext cx="4464000" cy="216024"/>
          </a:xfrm>
          <a:prstGeom prst="rect">
            <a:avLst/>
          </a:prstGeom>
          <a:solidFill>
            <a:srgbClr val="9966FF">
              <a:alpha val="20000"/>
            </a:srgbClr>
          </a:solidFill>
          <a:ln w="25400">
            <a:solidFill>
              <a:srgbClr val="6600FF">
                <a:alpha val="49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5"/>
          <p:cNvSpPr/>
          <p:nvPr/>
        </p:nvSpPr>
        <p:spPr>
          <a:xfrm>
            <a:off x="5112000" y="1268760"/>
            <a:ext cx="1656000" cy="180000"/>
          </a:xfrm>
          <a:prstGeom prst="rect">
            <a:avLst/>
          </a:prstGeom>
          <a:solidFill>
            <a:srgbClr val="9966FF">
              <a:alpha val="20000"/>
            </a:srgbClr>
          </a:solidFill>
          <a:ln w="25400">
            <a:solidFill>
              <a:srgbClr val="6600FF">
                <a:alpha val="49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p:cNvSpPr/>
          <p:nvPr/>
        </p:nvSpPr>
        <p:spPr>
          <a:xfrm>
            <a:off x="2411760" y="1988840"/>
            <a:ext cx="3168352" cy="2088232"/>
          </a:xfrm>
          <a:prstGeom prst="rect">
            <a:avLst/>
          </a:prstGeom>
          <a:solidFill>
            <a:srgbClr val="9966FF">
              <a:alpha val="20000"/>
            </a:srgbClr>
          </a:solidFill>
          <a:ln w="25400">
            <a:solidFill>
              <a:srgbClr val="6600FF">
                <a:alpha val="49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p:cNvSpPr/>
          <p:nvPr/>
        </p:nvSpPr>
        <p:spPr>
          <a:xfrm>
            <a:off x="2304000" y="5949280"/>
            <a:ext cx="5580000" cy="180000"/>
          </a:xfrm>
          <a:prstGeom prst="rect">
            <a:avLst/>
          </a:prstGeom>
          <a:solidFill>
            <a:srgbClr val="9966FF">
              <a:alpha val="20000"/>
            </a:srgbClr>
          </a:solidFill>
          <a:ln w="25400">
            <a:solidFill>
              <a:srgbClr val="6600FF">
                <a:alpha val="49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p:cNvSpPr/>
          <p:nvPr/>
        </p:nvSpPr>
        <p:spPr>
          <a:xfrm>
            <a:off x="2411760" y="4725144"/>
            <a:ext cx="864096" cy="360040"/>
          </a:xfrm>
          <a:prstGeom prst="rect">
            <a:avLst/>
          </a:prstGeom>
          <a:solidFill>
            <a:srgbClr val="9966FF">
              <a:alpha val="20000"/>
            </a:srgbClr>
          </a:solidFill>
          <a:ln w="25400">
            <a:solidFill>
              <a:srgbClr val="6600FF">
                <a:alpha val="49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p:cNvSpPr/>
          <p:nvPr/>
        </p:nvSpPr>
        <p:spPr>
          <a:xfrm>
            <a:off x="3456000" y="4581128"/>
            <a:ext cx="1800200" cy="504056"/>
          </a:xfrm>
          <a:prstGeom prst="rect">
            <a:avLst/>
          </a:prstGeom>
          <a:solidFill>
            <a:srgbClr val="9966FF">
              <a:alpha val="20000"/>
            </a:srgbClr>
          </a:solidFill>
          <a:ln w="25400">
            <a:solidFill>
              <a:srgbClr val="6600FF">
                <a:alpha val="49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p:cNvSpPr/>
          <p:nvPr/>
        </p:nvSpPr>
        <p:spPr>
          <a:xfrm>
            <a:off x="2339752" y="6597352"/>
            <a:ext cx="3816424" cy="180000"/>
          </a:xfrm>
          <a:prstGeom prst="rect">
            <a:avLst/>
          </a:prstGeom>
          <a:solidFill>
            <a:srgbClr val="9966FF">
              <a:alpha val="20000"/>
            </a:srgbClr>
          </a:solidFill>
          <a:ln w="25400">
            <a:solidFill>
              <a:srgbClr val="6600FF">
                <a:alpha val="49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p:cNvSpPr/>
          <p:nvPr/>
        </p:nvSpPr>
        <p:spPr>
          <a:xfrm>
            <a:off x="6768304" y="6597352"/>
            <a:ext cx="540000" cy="180000"/>
          </a:xfrm>
          <a:prstGeom prst="rect">
            <a:avLst/>
          </a:prstGeom>
          <a:solidFill>
            <a:srgbClr val="9966FF">
              <a:alpha val="20000"/>
            </a:srgbClr>
          </a:solidFill>
          <a:ln w="25400">
            <a:solidFill>
              <a:srgbClr val="6600FF">
                <a:alpha val="49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線接點 4"/>
          <p:cNvCxnSpPr/>
          <p:nvPr/>
        </p:nvCxnSpPr>
        <p:spPr>
          <a:xfrm>
            <a:off x="107504" y="1017588"/>
            <a:ext cx="7992888" cy="0"/>
          </a:xfrm>
          <a:prstGeom prst="line">
            <a:avLst/>
          </a:prstGeom>
          <a:ln w="15875">
            <a:gradFill flip="none" rotWithShape="1">
              <a:gsLst>
                <a:gs pos="0">
                  <a:srgbClr val="5E9EFF"/>
                </a:gs>
                <a:gs pos="39999">
                  <a:srgbClr val="85C2FF"/>
                </a:gs>
                <a:gs pos="70000">
                  <a:srgbClr val="C4D6EB"/>
                </a:gs>
                <a:gs pos="100000">
                  <a:srgbClr val="FFEBFA"/>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179512" y="260648"/>
            <a:ext cx="1250663" cy="553998"/>
          </a:xfrm>
          <a:prstGeom prst="rect">
            <a:avLst/>
          </a:prstGeom>
        </p:spPr>
        <p:txBody>
          <a:bodyPr wrap="none">
            <a:spAutoFit/>
          </a:bodyPr>
          <a:lstStyle/>
          <a:p>
            <a:r>
              <a:rPr kumimoji="0" lang="en-US" altLang="zh-TW" sz="3000" b="1" cap="small" dirty="0" smtClean="0">
                <a:solidFill>
                  <a:srgbClr val="002060"/>
                </a:solidFill>
                <a:latin typeface="微軟正黑體" pitchFamily="34" charset="-120"/>
                <a:ea typeface="微軟正黑體" pitchFamily="34" charset="-120"/>
                <a:cs typeface="+mj-cs"/>
              </a:rPr>
              <a:t>D</a:t>
            </a:r>
            <a:r>
              <a:rPr kumimoji="0" lang="zh-TW" altLang="en-US" sz="3000" b="1" cap="small" dirty="0" smtClean="0">
                <a:solidFill>
                  <a:srgbClr val="002060"/>
                </a:solidFill>
                <a:latin typeface="微軟正黑體" pitchFamily="34" charset="-120"/>
                <a:ea typeface="微軟正黑體" pitchFamily="34" charset="-120"/>
                <a:cs typeface="+mj-cs"/>
              </a:rPr>
              <a:t>戶</a:t>
            </a:r>
            <a:r>
              <a:rPr kumimoji="0" lang="zh-TW" altLang="en-US" sz="3000" b="1" cap="small" dirty="0">
                <a:solidFill>
                  <a:srgbClr val="002060"/>
                </a:solidFill>
                <a:latin typeface="微軟正黑體" pitchFamily="34" charset="-120"/>
                <a:ea typeface="微軟正黑體" pitchFamily="34" charset="-120"/>
                <a:cs typeface="+mj-cs"/>
              </a:rPr>
              <a:t>型</a:t>
            </a:r>
          </a:p>
        </p:txBody>
      </p:sp>
      <p:pic>
        <p:nvPicPr>
          <p:cNvPr id="3074" name="Picture 2"/>
          <p:cNvPicPr>
            <a:picLocks noChangeAspect="1" noChangeArrowheads="1"/>
          </p:cNvPicPr>
          <p:nvPr/>
        </p:nvPicPr>
        <p:blipFill>
          <a:blip r:embed="rId2" cstate="print"/>
          <a:srcRect/>
          <a:stretch>
            <a:fillRect/>
          </a:stretch>
        </p:blipFill>
        <p:spPr bwMode="auto">
          <a:xfrm>
            <a:off x="2051720" y="908720"/>
            <a:ext cx="5553075" cy="5648325"/>
          </a:xfrm>
          <a:prstGeom prst="rect">
            <a:avLst/>
          </a:prstGeom>
          <a:noFill/>
          <a:ln w="9525">
            <a:noFill/>
            <a:miter lim="800000"/>
            <a:headEnd/>
            <a:tailEnd/>
          </a:ln>
        </p:spPr>
      </p:pic>
      <p:sp>
        <p:nvSpPr>
          <p:cNvPr id="6" name="矩形 5"/>
          <p:cNvSpPr/>
          <p:nvPr/>
        </p:nvSpPr>
        <p:spPr>
          <a:xfrm>
            <a:off x="2267744" y="476672"/>
            <a:ext cx="5339923" cy="369332"/>
          </a:xfrm>
          <a:prstGeom prst="rect">
            <a:avLst/>
          </a:prstGeom>
        </p:spPr>
        <p:txBody>
          <a:bodyPr wrap="none">
            <a:spAutoFit/>
          </a:bodyPr>
          <a:lstStyle/>
          <a:p>
            <a:r>
              <a:rPr lang="zh-TW" altLang="en-US" dirty="0" smtClean="0">
                <a:solidFill>
                  <a:srgbClr val="002060"/>
                </a:solidFill>
                <a:latin typeface="微軟正黑體" pitchFamily="34" charset="-120"/>
                <a:ea typeface="微軟正黑體" pitchFamily="34" charset="-120"/>
              </a:rPr>
              <a:t>含全室隔間、木門、浴廁</a:t>
            </a:r>
            <a:r>
              <a:rPr lang="en-US" altLang="zh-TW" dirty="0" smtClean="0">
                <a:solidFill>
                  <a:srgbClr val="002060"/>
                </a:solidFill>
                <a:latin typeface="微軟正黑體" pitchFamily="34" charset="-120"/>
                <a:ea typeface="微軟正黑體" pitchFamily="34" charset="-120"/>
              </a:rPr>
              <a:t>&amp;</a:t>
            </a:r>
            <a:r>
              <a:rPr lang="zh-TW" altLang="en-US" dirty="0" smtClean="0">
                <a:solidFill>
                  <a:srgbClr val="002060"/>
                </a:solidFill>
                <a:latin typeface="微軟正黑體" pitchFamily="34" charset="-120"/>
                <a:ea typeface="微軟正黑體" pitchFamily="34" charset="-120"/>
              </a:rPr>
              <a:t>廚房天花板</a:t>
            </a:r>
            <a:r>
              <a:rPr lang="en-US" altLang="zh-TW" dirty="0" smtClean="0">
                <a:solidFill>
                  <a:srgbClr val="002060"/>
                </a:solidFill>
                <a:latin typeface="微軟正黑體" pitchFamily="34" charset="-120"/>
                <a:ea typeface="微軟正黑體" pitchFamily="34" charset="-120"/>
              </a:rPr>
              <a:t>(</a:t>
            </a:r>
            <a:r>
              <a:rPr lang="zh-TW" altLang="en-US" dirty="0" smtClean="0">
                <a:solidFill>
                  <a:srgbClr val="002060"/>
                </a:solidFill>
                <a:latin typeface="微軟正黑體" pitchFamily="34" charset="-120"/>
                <a:ea typeface="微軟正黑體" pitchFamily="34" charset="-120"/>
              </a:rPr>
              <a:t>詳選色料表</a:t>
            </a:r>
            <a:r>
              <a:rPr lang="en-US" altLang="zh-TW" dirty="0" smtClean="0">
                <a:solidFill>
                  <a:srgbClr val="002060"/>
                </a:solidFill>
                <a:latin typeface="微軟正黑體" pitchFamily="34" charset="-120"/>
                <a:ea typeface="微軟正黑體" pitchFamily="34" charset="-120"/>
              </a:rPr>
              <a:t>)</a:t>
            </a:r>
            <a:endParaRPr lang="zh-TW" altLang="en-US" dirty="0">
              <a:solidFill>
                <a:srgbClr val="002060"/>
              </a:solidFill>
              <a:latin typeface="微軟正黑體" pitchFamily="34" charset="-120"/>
              <a:ea typeface="微軟正黑體" pitchFamily="34" charset="-12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79512" y="260648"/>
            <a:ext cx="1250663" cy="553998"/>
          </a:xfrm>
          <a:prstGeom prst="rect">
            <a:avLst/>
          </a:prstGeom>
        </p:spPr>
        <p:txBody>
          <a:bodyPr wrap="none">
            <a:spAutoFit/>
          </a:bodyPr>
          <a:lstStyle/>
          <a:p>
            <a:r>
              <a:rPr kumimoji="0" lang="en-US" altLang="zh-TW" sz="3000" b="1" cap="small" dirty="0" smtClean="0">
                <a:solidFill>
                  <a:srgbClr val="002060"/>
                </a:solidFill>
                <a:latin typeface="微軟正黑體" pitchFamily="34" charset="-120"/>
                <a:ea typeface="微軟正黑體" pitchFamily="34" charset="-120"/>
                <a:cs typeface="+mj-cs"/>
              </a:rPr>
              <a:t>D</a:t>
            </a:r>
            <a:r>
              <a:rPr kumimoji="0" lang="zh-TW" altLang="en-US" sz="3000" b="1" cap="small" dirty="0" smtClean="0">
                <a:solidFill>
                  <a:srgbClr val="002060"/>
                </a:solidFill>
                <a:latin typeface="微軟正黑體" pitchFamily="34" charset="-120"/>
                <a:ea typeface="微軟正黑體" pitchFamily="34" charset="-120"/>
                <a:cs typeface="+mj-cs"/>
              </a:rPr>
              <a:t>戶</a:t>
            </a:r>
            <a:r>
              <a:rPr kumimoji="0" lang="zh-TW" altLang="en-US" sz="3000" b="1" cap="small" dirty="0">
                <a:solidFill>
                  <a:srgbClr val="002060"/>
                </a:solidFill>
                <a:latin typeface="微軟正黑體" pitchFamily="34" charset="-120"/>
                <a:ea typeface="微軟正黑體" pitchFamily="34" charset="-120"/>
                <a:cs typeface="+mj-cs"/>
              </a:rPr>
              <a:t>型</a:t>
            </a:r>
          </a:p>
        </p:txBody>
      </p:sp>
      <p:cxnSp>
        <p:nvCxnSpPr>
          <p:cNvPr id="3" name="直線接點 2"/>
          <p:cNvCxnSpPr/>
          <p:nvPr/>
        </p:nvCxnSpPr>
        <p:spPr>
          <a:xfrm>
            <a:off x="107504" y="1017588"/>
            <a:ext cx="7992888" cy="0"/>
          </a:xfrm>
          <a:prstGeom prst="line">
            <a:avLst/>
          </a:prstGeom>
          <a:ln w="15875">
            <a:gradFill flip="none" rotWithShape="1">
              <a:gsLst>
                <a:gs pos="0">
                  <a:srgbClr val="5E9EFF"/>
                </a:gs>
                <a:gs pos="39999">
                  <a:srgbClr val="85C2FF"/>
                </a:gs>
                <a:gs pos="70000">
                  <a:srgbClr val="C4D6EB"/>
                </a:gs>
                <a:gs pos="100000">
                  <a:srgbClr val="FFEBFA"/>
                </a:gs>
              </a:gsLst>
              <a:lin ang="10800000" scaled="1"/>
              <a:tileRect/>
            </a:gradFill>
          </a:ln>
        </p:spPr>
        <p:style>
          <a:lnRef idx="1">
            <a:schemeClr val="accent1"/>
          </a:lnRef>
          <a:fillRef idx="0">
            <a:schemeClr val="accent1"/>
          </a:fillRef>
          <a:effectRef idx="0">
            <a:schemeClr val="accent1"/>
          </a:effectRef>
          <a:fontRef idx="minor">
            <a:schemeClr val="tx1"/>
          </a:fontRef>
        </p:style>
      </p:cxnSp>
      <p:pic>
        <p:nvPicPr>
          <p:cNvPr id="4098" name="Picture 2"/>
          <p:cNvPicPr>
            <a:picLocks noChangeAspect="1" noChangeArrowheads="1"/>
          </p:cNvPicPr>
          <p:nvPr/>
        </p:nvPicPr>
        <p:blipFill>
          <a:blip r:embed="rId2" cstate="print"/>
          <a:srcRect/>
          <a:stretch>
            <a:fillRect/>
          </a:stretch>
        </p:blipFill>
        <p:spPr bwMode="auto">
          <a:xfrm>
            <a:off x="1626232" y="18000"/>
            <a:ext cx="7517768" cy="6840000"/>
          </a:xfrm>
          <a:prstGeom prst="rect">
            <a:avLst/>
          </a:prstGeom>
          <a:noFill/>
          <a:ln w="9525">
            <a:noFill/>
            <a:miter lim="800000"/>
            <a:headEnd/>
            <a:tailEnd/>
          </a:ln>
        </p:spPr>
      </p:pic>
      <p:sp>
        <p:nvSpPr>
          <p:cNvPr id="5" name="矩形 4"/>
          <p:cNvSpPr/>
          <p:nvPr/>
        </p:nvSpPr>
        <p:spPr>
          <a:xfrm>
            <a:off x="2304000" y="1052736"/>
            <a:ext cx="3924000" cy="180000"/>
          </a:xfrm>
          <a:prstGeom prst="rect">
            <a:avLst/>
          </a:prstGeom>
          <a:solidFill>
            <a:srgbClr val="008080">
              <a:alpha val="20000"/>
            </a:srgbClr>
          </a:solidFill>
          <a:ln w="25400">
            <a:solidFill>
              <a:srgbClr val="008080">
                <a:alpha val="49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5"/>
          <p:cNvSpPr/>
          <p:nvPr/>
        </p:nvSpPr>
        <p:spPr>
          <a:xfrm>
            <a:off x="2411760" y="1988840"/>
            <a:ext cx="3096344" cy="2088232"/>
          </a:xfrm>
          <a:prstGeom prst="rect">
            <a:avLst/>
          </a:prstGeom>
          <a:solidFill>
            <a:srgbClr val="008080">
              <a:alpha val="20000"/>
            </a:srgbClr>
          </a:solidFill>
          <a:ln w="25400">
            <a:solidFill>
              <a:srgbClr val="008080">
                <a:alpha val="49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p:cNvSpPr/>
          <p:nvPr/>
        </p:nvSpPr>
        <p:spPr>
          <a:xfrm>
            <a:off x="2411760" y="4725144"/>
            <a:ext cx="864096" cy="432048"/>
          </a:xfrm>
          <a:prstGeom prst="rect">
            <a:avLst/>
          </a:prstGeom>
          <a:solidFill>
            <a:srgbClr val="008080">
              <a:alpha val="20000"/>
            </a:srgbClr>
          </a:solidFill>
          <a:ln w="25400">
            <a:solidFill>
              <a:srgbClr val="008080">
                <a:alpha val="49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p:cNvSpPr/>
          <p:nvPr/>
        </p:nvSpPr>
        <p:spPr>
          <a:xfrm>
            <a:off x="3491880" y="4581128"/>
            <a:ext cx="1800200" cy="576064"/>
          </a:xfrm>
          <a:prstGeom prst="rect">
            <a:avLst/>
          </a:prstGeom>
          <a:solidFill>
            <a:srgbClr val="008080">
              <a:alpha val="20000"/>
            </a:srgbClr>
          </a:solidFill>
          <a:ln w="25400">
            <a:solidFill>
              <a:srgbClr val="008080">
                <a:alpha val="49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p:cNvSpPr/>
          <p:nvPr/>
        </p:nvSpPr>
        <p:spPr>
          <a:xfrm>
            <a:off x="4572000" y="1268760"/>
            <a:ext cx="1080000" cy="180000"/>
          </a:xfrm>
          <a:prstGeom prst="rect">
            <a:avLst/>
          </a:prstGeom>
          <a:solidFill>
            <a:srgbClr val="008080">
              <a:alpha val="20000"/>
            </a:srgbClr>
          </a:solidFill>
          <a:ln w="25400">
            <a:solidFill>
              <a:srgbClr val="008080">
                <a:alpha val="49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p:cNvSpPr/>
          <p:nvPr/>
        </p:nvSpPr>
        <p:spPr>
          <a:xfrm>
            <a:off x="2304000" y="5949280"/>
            <a:ext cx="4464000" cy="216024"/>
          </a:xfrm>
          <a:prstGeom prst="rect">
            <a:avLst/>
          </a:prstGeom>
          <a:solidFill>
            <a:srgbClr val="008080">
              <a:alpha val="20000"/>
            </a:srgbClr>
          </a:solidFill>
          <a:ln w="25400">
            <a:solidFill>
              <a:srgbClr val="008080">
                <a:alpha val="49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p:cNvSpPr/>
          <p:nvPr/>
        </p:nvSpPr>
        <p:spPr>
          <a:xfrm>
            <a:off x="2304000" y="6597352"/>
            <a:ext cx="3924000" cy="216000"/>
          </a:xfrm>
          <a:prstGeom prst="rect">
            <a:avLst/>
          </a:prstGeom>
          <a:solidFill>
            <a:srgbClr val="008080">
              <a:alpha val="20000"/>
            </a:srgbClr>
          </a:solidFill>
          <a:ln w="25400">
            <a:solidFill>
              <a:srgbClr val="008080">
                <a:alpha val="49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p:cNvSpPr/>
          <p:nvPr/>
        </p:nvSpPr>
        <p:spPr>
          <a:xfrm>
            <a:off x="6804248" y="6597352"/>
            <a:ext cx="540000" cy="216000"/>
          </a:xfrm>
          <a:prstGeom prst="rect">
            <a:avLst/>
          </a:prstGeom>
          <a:solidFill>
            <a:srgbClr val="008080">
              <a:alpha val="20000"/>
            </a:srgbClr>
          </a:solidFill>
          <a:ln w="25400">
            <a:solidFill>
              <a:srgbClr val="008080">
                <a:alpha val="49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矩形 6"/>
          <p:cNvSpPr>
            <a:spLocks noChangeArrowheads="1"/>
          </p:cNvSpPr>
          <p:nvPr/>
        </p:nvSpPr>
        <p:spPr bwMode="auto">
          <a:xfrm>
            <a:off x="539750" y="548680"/>
            <a:ext cx="7200900" cy="461963"/>
          </a:xfrm>
          <a:prstGeom prst="rect">
            <a:avLst/>
          </a:prstGeom>
          <a:noFill/>
          <a:ln w="9525">
            <a:noFill/>
            <a:miter lim="800000"/>
            <a:headEnd/>
            <a:tailEnd/>
          </a:ln>
        </p:spPr>
        <p:txBody>
          <a:bodyPr>
            <a:spAutoFit/>
          </a:bodyPr>
          <a:lstStyle/>
          <a:p>
            <a:pPr marL="719138" indent="-273050" eaLnBrk="0" fontAlgn="ctr" hangingPunct="0">
              <a:buClr>
                <a:schemeClr val="accent1"/>
              </a:buClr>
              <a:buSzPct val="70000"/>
              <a:buFont typeface="Wingdings" pitchFamily="2" charset="2"/>
              <a:buChar char=""/>
            </a:pPr>
            <a:r>
              <a:rPr kumimoji="0" lang="zh-TW" altLang="en-US" sz="2400" b="1" dirty="0">
                <a:latin typeface="微軟正黑體" pitchFamily="34" charset="-120"/>
                <a:ea typeface="微軟正黑體" pitchFamily="34" charset="-120"/>
              </a:rPr>
              <a:t>璞真的售後服務</a:t>
            </a:r>
            <a:r>
              <a:rPr kumimoji="0" lang="en-US" altLang="zh-TW" sz="2400" b="1" dirty="0">
                <a:latin typeface="微軟正黑體" pitchFamily="34" charset="-120"/>
                <a:ea typeface="微軟正黑體" pitchFamily="34" charset="-120"/>
              </a:rPr>
              <a:t>-</a:t>
            </a:r>
            <a:endParaRPr kumimoji="0" lang="zh-TW" altLang="en-US" sz="2400" b="1" dirty="0">
              <a:latin typeface="微軟正黑體" pitchFamily="34" charset="-120"/>
              <a:ea typeface="微軟正黑體" pitchFamily="34" charset="-120"/>
            </a:endParaRPr>
          </a:p>
        </p:txBody>
      </p:sp>
      <p:pic>
        <p:nvPicPr>
          <p:cNvPr id="32769" name="Picture 1"/>
          <p:cNvPicPr>
            <a:picLocks noChangeAspect="1" noChangeArrowheads="1"/>
          </p:cNvPicPr>
          <p:nvPr/>
        </p:nvPicPr>
        <p:blipFill>
          <a:blip r:embed="rId2" cstate="print"/>
          <a:srcRect/>
          <a:stretch>
            <a:fillRect/>
          </a:stretch>
        </p:blipFill>
        <p:spPr bwMode="auto">
          <a:xfrm>
            <a:off x="6156176" y="4149080"/>
            <a:ext cx="2448272" cy="1800200"/>
          </a:xfrm>
          <a:prstGeom prst="ellipse">
            <a:avLst/>
          </a:prstGeom>
          <a:ln>
            <a:noFill/>
          </a:ln>
          <a:effectLst>
            <a:softEdge rad="112500"/>
          </a:effectLst>
        </p:spPr>
      </p:pic>
      <p:sp>
        <p:nvSpPr>
          <p:cNvPr id="12" name="雲朵形 11"/>
          <p:cNvSpPr/>
          <p:nvPr/>
        </p:nvSpPr>
        <p:spPr>
          <a:xfrm>
            <a:off x="611188" y="2133600"/>
            <a:ext cx="2087562" cy="647700"/>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TW" altLang="en-US" b="1" dirty="0">
                <a:latin typeface="微軟正黑體" pitchFamily="34" charset="-120"/>
                <a:ea typeface="微軟正黑體" pitchFamily="34" charset="-120"/>
              </a:rPr>
              <a:t>住戶售服</a:t>
            </a:r>
            <a:endParaRPr lang="zh-TW" altLang="en-US" dirty="0"/>
          </a:p>
        </p:txBody>
      </p:sp>
      <p:sp>
        <p:nvSpPr>
          <p:cNvPr id="13" name="雲朵形 12"/>
          <p:cNvSpPr/>
          <p:nvPr/>
        </p:nvSpPr>
        <p:spPr>
          <a:xfrm>
            <a:off x="1762125" y="2852738"/>
            <a:ext cx="1152525" cy="576262"/>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TW" altLang="en-US" b="1" dirty="0">
                <a:latin typeface="微軟正黑體" pitchFamily="34" charset="-120"/>
                <a:ea typeface="微軟正黑體" pitchFamily="34" charset="-120"/>
              </a:rPr>
              <a:t>社區售服</a:t>
            </a:r>
            <a:endParaRPr lang="zh-TW" altLang="en-US" dirty="0"/>
          </a:p>
        </p:txBody>
      </p:sp>
      <p:cxnSp>
        <p:nvCxnSpPr>
          <p:cNvPr id="16" name="弧形接點 15"/>
          <p:cNvCxnSpPr/>
          <p:nvPr/>
        </p:nvCxnSpPr>
        <p:spPr>
          <a:xfrm>
            <a:off x="2986460" y="3068638"/>
            <a:ext cx="3097708" cy="1728514"/>
          </a:xfrm>
          <a:prstGeom prst="curvedConnector3">
            <a:avLst>
              <a:gd name="adj1" fmla="val 50000"/>
            </a:avLst>
          </a:prstGeom>
          <a:ln w="47625">
            <a:solidFill>
              <a:schemeClr val="accent1">
                <a:shade val="70000"/>
                <a:satMod val="150000"/>
              </a:schemeClr>
            </a:solidFill>
            <a:headEnd type="arrow"/>
            <a:tailEnd type="arrow"/>
          </a:ln>
          <a:effectLst>
            <a:glow rad="63500">
              <a:schemeClr val="accent1">
                <a:satMod val="175000"/>
                <a:alpha val="40000"/>
              </a:schemeClr>
            </a:glow>
          </a:effectLst>
        </p:spPr>
        <p:style>
          <a:lnRef idx="1">
            <a:schemeClr val="accent1"/>
          </a:lnRef>
          <a:fillRef idx="0">
            <a:schemeClr val="accent1"/>
          </a:fillRef>
          <a:effectRef idx="0">
            <a:schemeClr val="accent1"/>
          </a:effectRef>
          <a:fontRef idx="minor">
            <a:schemeClr val="tx1"/>
          </a:fontRef>
        </p:style>
      </p:cxnSp>
      <p:pic>
        <p:nvPicPr>
          <p:cNvPr id="9223" name="image7.png"/>
          <p:cNvPicPr>
            <a:picLocks noChangeAspect="1" noChangeArrowheads="1"/>
          </p:cNvPicPr>
          <p:nvPr/>
        </p:nvPicPr>
        <p:blipFill>
          <a:blip r:embed="rId3" cstate="print"/>
          <a:srcRect/>
          <a:stretch>
            <a:fillRect/>
          </a:stretch>
        </p:blipFill>
        <p:spPr bwMode="auto">
          <a:xfrm>
            <a:off x="4211638" y="1341438"/>
            <a:ext cx="2339975" cy="2433637"/>
          </a:xfrm>
          <a:prstGeom prst="rect">
            <a:avLst/>
          </a:prstGeom>
          <a:noFill/>
          <a:ln w="9525">
            <a:noFill/>
            <a:miter lim="800000"/>
            <a:headEnd/>
            <a:tailEnd/>
          </a:ln>
        </p:spPr>
      </p:pic>
      <p:cxnSp>
        <p:nvCxnSpPr>
          <p:cNvPr id="22" name="直線接點 21"/>
          <p:cNvCxnSpPr/>
          <p:nvPr/>
        </p:nvCxnSpPr>
        <p:spPr>
          <a:xfrm>
            <a:off x="107504" y="981075"/>
            <a:ext cx="7992888" cy="0"/>
          </a:xfrm>
          <a:prstGeom prst="line">
            <a:avLst/>
          </a:prstGeom>
          <a:ln w="15875">
            <a:gradFill flip="none" rotWithShape="1">
              <a:gsLst>
                <a:gs pos="0">
                  <a:srgbClr val="5E9EFF"/>
                </a:gs>
                <a:gs pos="39999">
                  <a:srgbClr val="85C2FF"/>
                </a:gs>
                <a:gs pos="70000">
                  <a:srgbClr val="C4D6EB"/>
                </a:gs>
                <a:gs pos="100000">
                  <a:srgbClr val="FFEBFA"/>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9225" name="矩形 16"/>
          <p:cNvSpPr>
            <a:spLocks noChangeArrowheads="1"/>
          </p:cNvSpPr>
          <p:nvPr/>
        </p:nvSpPr>
        <p:spPr bwMode="auto">
          <a:xfrm>
            <a:off x="7813675" y="4643438"/>
            <a:ext cx="646113" cy="369887"/>
          </a:xfrm>
          <a:prstGeom prst="rect">
            <a:avLst/>
          </a:prstGeom>
          <a:noFill/>
          <a:ln w="9525">
            <a:noFill/>
            <a:miter lim="800000"/>
            <a:headEnd/>
            <a:tailEnd/>
          </a:ln>
        </p:spPr>
        <p:txBody>
          <a:bodyPr wrap="none">
            <a:spAutoFit/>
          </a:bodyPr>
          <a:lstStyle/>
          <a:p>
            <a:r>
              <a:rPr lang="zh-TW" altLang="en-US" b="1">
                <a:solidFill>
                  <a:srgbClr val="FFFFFF"/>
                </a:solidFill>
                <a:latin typeface="微軟正黑體" pitchFamily="34" charset="-120"/>
                <a:ea typeface="微軟正黑體" pitchFamily="34" charset="-120"/>
              </a:rPr>
              <a:t>璞真</a:t>
            </a:r>
          </a:p>
        </p:txBody>
      </p:sp>
      <p:sp>
        <p:nvSpPr>
          <p:cNvPr id="9226" name="矩形 18"/>
          <p:cNvSpPr>
            <a:spLocks noChangeArrowheads="1"/>
          </p:cNvSpPr>
          <p:nvPr/>
        </p:nvSpPr>
        <p:spPr bwMode="auto">
          <a:xfrm>
            <a:off x="1042988" y="4797425"/>
            <a:ext cx="4021137" cy="430213"/>
          </a:xfrm>
          <a:prstGeom prst="rect">
            <a:avLst/>
          </a:prstGeom>
          <a:noFill/>
          <a:ln w="9525">
            <a:noFill/>
            <a:miter lim="800000"/>
            <a:headEnd/>
            <a:tailEnd/>
          </a:ln>
        </p:spPr>
        <p:txBody>
          <a:bodyPr wrap="none">
            <a:spAutoFit/>
          </a:bodyPr>
          <a:lstStyle/>
          <a:p>
            <a:pPr marL="719138" indent="-273050" eaLnBrk="0" fontAlgn="ctr" hangingPunct="0">
              <a:buClr>
                <a:schemeClr val="accent1"/>
              </a:buClr>
              <a:buSzPct val="70000"/>
            </a:pPr>
            <a:r>
              <a:rPr kumimoji="0" lang="zh-TW" altLang="zh-TW" sz="2200" b="1">
                <a:solidFill>
                  <a:srgbClr val="006600"/>
                </a:solidFill>
                <a:latin typeface="微軟正黑體" pitchFamily="34" charset="-120"/>
                <a:ea typeface="微軟正黑體" pitchFamily="34" charset="-120"/>
              </a:rPr>
              <a:t>行動數位化的服務</a:t>
            </a:r>
            <a:r>
              <a:rPr kumimoji="0" lang="zh-TW" altLang="en-US" sz="2200" b="1">
                <a:solidFill>
                  <a:srgbClr val="006600"/>
                </a:solidFill>
                <a:latin typeface="微軟正黑體" pitchFamily="34" charset="-120"/>
                <a:ea typeface="微軟正黑體" pitchFamily="34" charset="-120"/>
              </a:rPr>
              <a:t>售服</a:t>
            </a:r>
            <a:r>
              <a:rPr kumimoji="0" lang="zh-TW" altLang="zh-TW" sz="2200" b="1">
                <a:solidFill>
                  <a:srgbClr val="006600"/>
                </a:solidFill>
                <a:latin typeface="微軟正黑體" pitchFamily="34" charset="-120"/>
                <a:ea typeface="微軟正黑體" pitchFamily="34" charset="-120"/>
              </a:rPr>
              <a:t>平台</a:t>
            </a:r>
            <a:endParaRPr kumimoji="0" lang="zh-TW" altLang="en-US" sz="2200" b="1">
              <a:solidFill>
                <a:srgbClr val="006600"/>
              </a:solidFill>
              <a:latin typeface="微軟正黑體" pitchFamily="34" charset="-120"/>
              <a:ea typeface="微軟正黑體" pitchFamily="34" charset="-12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接點 3"/>
          <p:cNvCxnSpPr/>
          <p:nvPr/>
        </p:nvCxnSpPr>
        <p:spPr>
          <a:xfrm>
            <a:off x="107504" y="981075"/>
            <a:ext cx="7992888" cy="0"/>
          </a:xfrm>
          <a:prstGeom prst="line">
            <a:avLst/>
          </a:prstGeom>
          <a:ln w="15875">
            <a:gradFill flip="none" rotWithShape="1">
              <a:gsLst>
                <a:gs pos="0">
                  <a:srgbClr val="5E9EFF"/>
                </a:gs>
                <a:gs pos="39999">
                  <a:srgbClr val="85C2FF"/>
                </a:gs>
                <a:gs pos="70000">
                  <a:srgbClr val="C4D6EB"/>
                </a:gs>
                <a:gs pos="100000">
                  <a:srgbClr val="FFEBFA"/>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10243" name="矩形 4"/>
          <p:cNvSpPr>
            <a:spLocks noChangeArrowheads="1"/>
          </p:cNvSpPr>
          <p:nvPr/>
        </p:nvSpPr>
        <p:spPr bwMode="auto">
          <a:xfrm>
            <a:off x="3995738" y="1557338"/>
            <a:ext cx="4897437" cy="922337"/>
          </a:xfrm>
          <a:prstGeom prst="rect">
            <a:avLst/>
          </a:prstGeom>
          <a:noFill/>
          <a:ln w="9525">
            <a:noFill/>
            <a:miter lim="800000"/>
            <a:headEnd/>
            <a:tailEnd/>
          </a:ln>
        </p:spPr>
        <p:txBody>
          <a:bodyPr>
            <a:spAutoFit/>
          </a:bodyPr>
          <a:lstStyle/>
          <a:p>
            <a:r>
              <a:rPr lang="zh-TW" altLang="zh-TW">
                <a:latin typeface="微軟正黑體" pitchFamily="34" charset="-120"/>
                <a:ea typeface="微軟正黑體" pitchFamily="34" charset="-120"/>
              </a:rPr>
              <a:t>個案社區皆有專屬網頁連結，</a:t>
            </a:r>
            <a:endParaRPr lang="en-US" altLang="zh-TW">
              <a:latin typeface="微軟正黑體" pitchFamily="34" charset="-120"/>
              <a:ea typeface="微軟正黑體" pitchFamily="34" charset="-120"/>
            </a:endParaRPr>
          </a:p>
          <a:p>
            <a:r>
              <a:rPr lang="zh-TW" altLang="zh-TW">
                <a:latin typeface="微軟正黑體" pitchFamily="34" charset="-120"/>
                <a:ea typeface="微軟正黑體" pitchFamily="34" charset="-120"/>
              </a:rPr>
              <a:t>物業及住戶點選頁面必填訊息進行報修。</a:t>
            </a:r>
            <a:endParaRPr lang="en-US" altLang="zh-TW">
              <a:latin typeface="微軟正黑體" pitchFamily="34" charset="-120"/>
              <a:ea typeface="微軟正黑體" pitchFamily="34" charset="-120"/>
            </a:endParaRPr>
          </a:p>
          <a:p>
            <a:r>
              <a:rPr lang="zh-TW" altLang="zh-TW">
                <a:latin typeface="微軟正黑體" pitchFamily="34" charset="-120"/>
                <a:ea typeface="微軟正黑體" pitchFamily="34" charset="-120"/>
              </a:rPr>
              <a:t>可簡易報修操作，手機即可直接上傳報修照片。</a:t>
            </a:r>
          </a:p>
        </p:txBody>
      </p:sp>
      <p:pic>
        <p:nvPicPr>
          <p:cNvPr id="10244" name="圖片 6"/>
          <p:cNvPicPr>
            <a:picLocks noChangeAspect="1" noChangeArrowheads="1"/>
          </p:cNvPicPr>
          <p:nvPr/>
        </p:nvPicPr>
        <p:blipFill>
          <a:blip r:embed="rId2" cstate="print"/>
          <a:srcRect/>
          <a:stretch>
            <a:fillRect/>
          </a:stretch>
        </p:blipFill>
        <p:spPr bwMode="auto">
          <a:xfrm>
            <a:off x="323850" y="1700213"/>
            <a:ext cx="3343275" cy="3059112"/>
          </a:xfrm>
          <a:prstGeom prst="rect">
            <a:avLst/>
          </a:prstGeom>
          <a:noFill/>
          <a:ln w="9525">
            <a:noFill/>
            <a:miter lim="800000"/>
            <a:headEnd/>
            <a:tailEnd/>
          </a:ln>
        </p:spPr>
      </p:pic>
      <p:pic>
        <p:nvPicPr>
          <p:cNvPr id="10245" name="Picture 2"/>
          <p:cNvPicPr>
            <a:picLocks noChangeAspect="1" noChangeArrowheads="1"/>
          </p:cNvPicPr>
          <p:nvPr/>
        </p:nvPicPr>
        <p:blipFill>
          <a:blip r:embed="rId3" cstate="print"/>
          <a:srcRect/>
          <a:stretch>
            <a:fillRect/>
          </a:stretch>
        </p:blipFill>
        <p:spPr bwMode="auto">
          <a:xfrm>
            <a:off x="3779838" y="3357563"/>
            <a:ext cx="4943475" cy="2663825"/>
          </a:xfrm>
          <a:prstGeom prst="rect">
            <a:avLst/>
          </a:prstGeom>
          <a:noFill/>
          <a:ln w="9525">
            <a:noFill/>
            <a:miter lim="800000"/>
            <a:headEnd/>
            <a:tailEnd/>
          </a:ln>
        </p:spPr>
      </p:pic>
      <p:sp>
        <p:nvSpPr>
          <p:cNvPr id="10246" name="矩形 8"/>
          <p:cNvSpPr>
            <a:spLocks noChangeArrowheads="1"/>
          </p:cNvSpPr>
          <p:nvPr/>
        </p:nvSpPr>
        <p:spPr bwMode="auto">
          <a:xfrm>
            <a:off x="611188" y="620713"/>
            <a:ext cx="3006725" cy="430212"/>
          </a:xfrm>
          <a:prstGeom prst="rect">
            <a:avLst/>
          </a:prstGeom>
          <a:noFill/>
          <a:ln w="9525">
            <a:noFill/>
            <a:miter lim="800000"/>
            <a:headEnd/>
            <a:tailEnd/>
          </a:ln>
        </p:spPr>
        <p:txBody>
          <a:bodyPr wrap="none">
            <a:spAutoFit/>
          </a:bodyPr>
          <a:lstStyle/>
          <a:p>
            <a:r>
              <a:rPr lang="zh-TW" altLang="zh-TW" sz="2200" b="1">
                <a:solidFill>
                  <a:srgbClr val="006600"/>
                </a:solidFill>
                <a:latin typeface="微軟正黑體" pitchFamily="34" charset="-120"/>
                <a:ea typeface="微軟正黑體" pitchFamily="34" charset="-120"/>
              </a:rPr>
              <a:t>社區專屬維修申請網頁</a:t>
            </a:r>
            <a:endParaRPr lang="zh-TW" altLang="en-US" sz="2200">
              <a:solidFill>
                <a:srgbClr val="006600"/>
              </a:solidFill>
              <a:latin typeface="微軟正黑體" pitchFamily="34" charset="-120"/>
              <a:ea typeface="微軟正黑體" pitchFamily="34" charset="-120"/>
            </a:endParaRPr>
          </a:p>
        </p:txBody>
      </p:sp>
      <p:sp>
        <p:nvSpPr>
          <p:cNvPr id="10247" name="矩形 6"/>
          <p:cNvSpPr>
            <a:spLocks noChangeArrowheads="1"/>
          </p:cNvSpPr>
          <p:nvPr/>
        </p:nvSpPr>
        <p:spPr bwMode="auto">
          <a:xfrm>
            <a:off x="5219700" y="6021388"/>
            <a:ext cx="2032000" cy="369887"/>
          </a:xfrm>
          <a:prstGeom prst="rect">
            <a:avLst/>
          </a:prstGeom>
          <a:noFill/>
          <a:ln w="9525">
            <a:noFill/>
            <a:miter lim="800000"/>
            <a:headEnd/>
            <a:tailEnd/>
          </a:ln>
        </p:spPr>
        <p:txBody>
          <a:bodyPr wrap="none">
            <a:spAutoFit/>
          </a:bodyPr>
          <a:lstStyle/>
          <a:p>
            <a:r>
              <a:rPr lang="zh-TW" altLang="zh-TW">
                <a:latin typeface="微軟正黑體" pitchFamily="34" charset="-120"/>
                <a:ea typeface="微軟正黑體" pitchFamily="34" charset="-120"/>
              </a:rPr>
              <a:t>專屬售服平台設計</a:t>
            </a:r>
            <a:endParaRPr lang="zh-TW" altLang="en-US">
              <a:latin typeface="微軟正黑體" pitchFamily="34" charset="-120"/>
              <a:ea typeface="微軟正黑體" pitchFamily="34" charset="-12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3"/>
          <p:cNvPicPr>
            <a:picLocks noChangeAspect="1" noChangeArrowheads="1"/>
          </p:cNvPicPr>
          <p:nvPr/>
        </p:nvPicPr>
        <p:blipFill>
          <a:blip r:embed="rId2" cstate="print"/>
          <a:srcRect/>
          <a:stretch>
            <a:fillRect/>
          </a:stretch>
        </p:blipFill>
        <p:spPr bwMode="auto">
          <a:xfrm>
            <a:off x="468313" y="981075"/>
            <a:ext cx="2746375" cy="1584325"/>
          </a:xfrm>
          <a:prstGeom prst="rect">
            <a:avLst/>
          </a:prstGeom>
          <a:noFill/>
          <a:ln w="3175">
            <a:solidFill>
              <a:schemeClr val="tx1"/>
            </a:solidFill>
            <a:miter lim="800000"/>
            <a:headEnd/>
            <a:tailEnd/>
          </a:ln>
        </p:spPr>
      </p:pic>
      <p:cxnSp>
        <p:nvCxnSpPr>
          <p:cNvPr id="4" name="直線接點 3"/>
          <p:cNvCxnSpPr/>
          <p:nvPr/>
        </p:nvCxnSpPr>
        <p:spPr>
          <a:xfrm>
            <a:off x="107504" y="981075"/>
            <a:ext cx="7992888" cy="0"/>
          </a:xfrm>
          <a:prstGeom prst="line">
            <a:avLst/>
          </a:prstGeom>
          <a:ln w="15875">
            <a:gradFill flip="none" rotWithShape="1">
              <a:gsLst>
                <a:gs pos="0">
                  <a:srgbClr val="5E9EFF"/>
                </a:gs>
                <a:gs pos="39999">
                  <a:srgbClr val="85C2FF"/>
                </a:gs>
                <a:gs pos="70000">
                  <a:srgbClr val="C4D6EB"/>
                </a:gs>
                <a:gs pos="100000">
                  <a:srgbClr val="FFEBFA"/>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11268" name="矩形 8"/>
          <p:cNvSpPr>
            <a:spLocks noChangeArrowheads="1"/>
          </p:cNvSpPr>
          <p:nvPr/>
        </p:nvSpPr>
        <p:spPr bwMode="auto">
          <a:xfrm>
            <a:off x="611188" y="620713"/>
            <a:ext cx="4416425" cy="430212"/>
          </a:xfrm>
          <a:prstGeom prst="rect">
            <a:avLst/>
          </a:prstGeom>
          <a:noFill/>
          <a:ln w="9525">
            <a:noFill/>
            <a:miter lim="800000"/>
            <a:headEnd/>
            <a:tailEnd/>
          </a:ln>
        </p:spPr>
        <p:txBody>
          <a:bodyPr wrap="none">
            <a:spAutoFit/>
          </a:bodyPr>
          <a:lstStyle/>
          <a:p>
            <a:r>
              <a:rPr lang="zh-TW" altLang="en-US" sz="2200" b="1">
                <a:solidFill>
                  <a:srgbClr val="006600"/>
                </a:solidFill>
                <a:latin typeface="微軟正黑體" pitchFamily="34" charset="-120"/>
                <a:ea typeface="微軟正黑體" pitchFamily="34" charset="-120"/>
              </a:rPr>
              <a:t>璞真建設</a:t>
            </a:r>
            <a:r>
              <a:rPr lang="zh-TW" altLang="zh-TW" sz="2200" b="1">
                <a:solidFill>
                  <a:srgbClr val="006600"/>
                </a:solidFill>
                <a:latin typeface="微軟正黑體" pitchFamily="34" charset="-120"/>
                <a:ea typeface="微軟正黑體" pitchFamily="34" charset="-120"/>
              </a:rPr>
              <a:t>公司個案的專屬售服平台</a:t>
            </a:r>
            <a:endParaRPr lang="zh-TW" altLang="en-US" sz="2200" b="1">
              <a:solidFill>
                <a:srgbClr val="006600"/>
              </a:solidFill>
              <a:latin typeface="微軟正黑體" pitchFamily="34" charset="-120"/>
              <a:ea typeface="微軟正黑體" pitchFamily="34" charset="-120"/>
            </a:endParaRPr>
          </a:p>
        </p:txBody>
      </p:sp>
      <p:grpSp>
        <p:nvGrpSpPr>
          <p:cNvPr id="11269" name="群組 8"/>
          <p:cNvGrpSpPr>
            <a:grpSpLocks/>
          </p:cNvGrpSpPr>
          <p:nvPr/>
        </p:nvGrpSpPr>
        <p:grpSpPr bwMode="auto">
          <a:xfrm>
            <a:off x="1908175" y="1916113"/>
            <a:ext cx="3168650" cy="1728787"/>
            <a:chOff x="2267744" y="3586388"/>
            <a:chExt cx="4176464" cy="2506908"/>
          </a:xfrm>
        </p:grpSpPr>
        <p:pic>
          <p:nvPicPr>
            <p:cNvPr id="10" name="Picture 5"/>
            <p:cNvPicPr>
              <a:picLocks noChangeAspect="1" noChangeArrowheads="1"/>
            </p:cNvPicPr>
            <p:nvPr/>
          </p:nvPicPr>
          <p:blipFill>
            <a:blip r:embed="rId3" cstate="print"/>
            <a:srcRect r="1371"/>
            <a:stretch>
              <a:fillRect/>
            </a:stretch>
          </p:blipFill>
          <p:spPr bwMode="auto">
            <a:xfrm>
              <a:off x="2267744" y="3586388"/>
              <a:ext cx="4176464" cy="2506908"/>
            </a:xfrm>
            <a:prstGeom prst="rect">
              <a:avLst/>
            </a:prstGeom>
            <a:ln w="12700">
              <a:solidFill>
                <a:schemeClr val="tx1"/>
              </a:solidFill>
            </a:ln>
            <a:effectLst>
              <a:outerShdw blurRad="190500" algn="tl" rotWithShape="0">
                <a:srgbClr val="000000">
                  <a:alpha val="70000"/>
                </a:srgbClr>
              </a:outerShdw>
            </a:effectLst>
          </p:spPr>
        </p:pic>
        <p:sp>
          <p:nvSpPr>
            <p:cNvPr id="11" name="矩形 10"/>
            <p:cNvSpPr/>
            <p:nvPr/>
          </p:nvSpPr>
          <p:spPr>
            <a:xfrm>
              <a:off x="3106804" y="4364474"/>
              <a:ext cx="1439583" cy="14502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anchor="ctr"/>
            <a:lstStyle/>
            <a:p>
              <a:pPr algn="ctr">
                <a:defRPr/>
              </a:pPr>
              <a:endParaRPr lang="zh-TW" altLang="en-US"/>
            </a:p>
          </p:txBody>
        </p:sp>
        <p:sp>
          <p:nvSpPr>
            <p:cNvPr id="12" name="矩形 11"/>
            <p:cNvSpPr/>
            <p:nvPr/>
          </p:nvSpPr>
          <p:spPr>
            <a:xfrm>
              <a:off x="3106804" y="4580864"/>
              <a:ext cx="1439583" cy="14502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anchor="ctr"/>
            <a:lstStyle/>
            <a:p>
              <a:pPr algn="ctr">
                <a:defRPr/>
              </a:pPr>
              <a:endParaRPr lang="zh-TW" altLang="en-US"/>
            </a:p>
          </p:txBody>
        </p:sp>
        <p:sp>
          <p:nvSpPr>
            <p:cNvPr id="13" name="矩形 12"/>
            <p:cNvSpPr/>
            <p:nvPr/>
          </p:nvSpPr>
          <p:spPr>
            <a:xfrm>
              <a:off x="3106804" y="4797255"/>
              <a:ext cx="1439583" cy="14502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anchor="ctr"/>
            <a:lstStyle/>
            <a:p>
              <a:pPr algn="ctr">
                <a:defRPr/>
              </a:pPr>
              <a:endParaRPr lang="zh-TW" altLang="en-US"/>
            </a:p>
          </p:txBody>
        </p:sp>
        <p:sp>
          <p:nvSpPr>
            <p:cNvPr id="14" name="矩形 13"/>
            <p:cNvSpPr/>
            <p:nvPr/>
          </p:nvSpPr>
          <p:spPr>
            <a:xfrm>
              <a:off x="3106804" y="5230036"/>
              <a:ext cx="1439583" cy="14272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anchor="ctr"/>
            <a:lstStyle/>
            <a:p>
              <a:pPr algn="ctr">
                <a:defRPr/>
              </a:pPr>
              <a:endParaRPr lang="zh-TW" altLang="en-US"/>
            </a:p>
          </p:txBody>
        </p:sp>
        <p:sp>
          <p:nvSpPr>
            <p:cNvPr id="15" name="矩形 14"/>
            <p:cNvSpPr/>
            <p:nvPr/>
          </p:nvSpPr>
          <p:spPr>
            <a:xfrm>
              <a:off x="3106804" y="5660515"/>
              <a:ext cx="1439583" cy="14502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anchor="ctr"/>
            <a:lstStyle/>
            <a:p>
              <a:pPr algn="ctr">
                <a:defRPr/>
              </a:pPr>
              <a:endParaRPr lang="zh-TW" altLang="en-US"/>
            </a:p>
          </p:txBody>
        </p:sp>
        <p:sp>
          <p:nvSpPr>
            <p:cNvPr id="16" name="矩形 15"/>
            <p:cNvSpPr/>
            <p:nvPr/>
          </p:nvSpPr>
          <p:spPr>
            <a:xfrm>
              <a:off x="3106804" y="5013645"/>
              <a:ext cx="1439583" cy="14272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anchor="ctr"/>
            <a:lstStyle/>
            <a:p>
              <a:pPr algn="ctr">
                <a:defRPr/>
              </a:pPr>
              <a:endParaRPr lang="zh-TW" altLang="en-US"/>
            </a:p>
          </p:txBody>
        </p:sp>
        <p:sp>
          <p:nvSpPr>
            <p:cNvPr id="17" name="矩形 16"/>
            <p:cNvSpPr/>
            <p:nvPr/>
          </p:nvSpPr>
          <p:spPr>
            <a:xfrm>
              <a:off x="3106804" y="5444124"/>
              <a:ext cx="1439583" cy="14502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anchor="ctr"/>
            <a:lstStyle/>
            <a:p>
              <a:pPr algn="ctr">
                <a:defRPr/>
              </a:pPr>
              <a:endParaRPr lang="zh-TW" altLang="en-US"/>
            </a:p>
          </p:txBody>
        </p:sp>
        <p:sp>
          <p:nvSpPr>
            <p:cNvPr id="18" name="矩形 17"/>
            <p:cNvSpPr/>
            <p:nvPr/>
          </p:nvSpPr>
          <p:spPr>
            <a:xfrm>
              <a:off x="3106804" y="5876905"/>
              <a:ext cx="1439583" cy="14502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anchor="ctr"/>
            <a:lstStyle/>
            <a:p>
              <a:pPr algn="ctr">
                <a:defRPr/>
              </a:pPr>
              <a:endParaRPr lang="zh-TW" altLang="en-US"/>
            </a:p>
          </p:txBody>
        </p:sp>
      </p:grpSp>
      <p:sp>
        <p:nvSpPr>
          <p:cNvPr id="11270" name="矩形 21"/>
          <p:cNvSpPr>
            <a:spLocks noChangeArrowheads="1"/>
          </p:cNvSpPr>
          <p:nvPr/>
        </p:nvSpPr>
        <p:spPr bwMode="auto">
          <a:xfrm>
            <a:off x="6156325" y="2781300"/>
            <a:ext cx="2262188" cy="369888"/>
          </a:xfrm>
          <a:prstGeom prst="rect">
            <a:avLst/>
          </a:prstGeom>
          <a:noFill/>
          <a:ln w="9525">
            <a:noFill/>
            <a:miter lim="800000"/>
            <a:headEnd/>
            <a:tailEnd/>
          </a:ln>
        </p:spPr>
        <p:txBody>
          <a:bodyPr wrap="none">
            <a:spAutoFit/>
          </a:bodyPr>
          <a:lstStyle/>
          <a:p>
            <a:r>
              <a:rPr lang="zh-TW" altLang="zh-TW" b="1">
                <a:latin typeface="微軟正黑體" pitchFamily="34" charset="-120"/>
                <a:ea typeface="微軟正黑體" pitchFamily="34" charset="-120"/>
              </a:rPr>
              <a:t>電子簽核、</a:t>
            </a:r>
            <a:r>
              <a:rPr lang="zh-TW" altLang="en-US" b="1">
                <a:latin typeface="微軟正黑體" pitchFamily="34" charset="-120"/>
                <a:ea typeface="微軟正黑體" pitchFamily="34" charset="-120"/>
              </a:rPr>
              <a:t>即</a:t>
            </a:r>
            <a:r>
              <a:rPr lang="zh-TW" altLang="zh-TW" b="1">
                <a:latin typeface="微軟正黑體" pitchFamily="34" charset="-120"/>
                <a:ea typeface="微軟正黑體" pitchFamily="34" charset="-120"/>
              </a:rPr>
              <a:t>時追蹤</a:t>
            </a:r>
            <a:endParaRPr lang="zh-TW" altLang="en-US" b="1">
              <a:latin typeface="微軟正黑體" pitchFamily="34" charset="-120"/>
              <a:ea typeface="微軟正黑體" pitchFamily="34" charset="-120"/>
            </a:endParaRPr>
          </a:p>
        </p:txBody>
      </p:sp>
      <p:pic>
        <p:nvPicPr>
          <p:cNvPr id="11271" name="image9.png" descr="一張含有 文字, 螢幕擷取畫面, 卡通 的圖片&#10;&#10;自動產生的描述"/>
          <p:cNvPicPr>
            <a:picLocks noChangeAspect="1" noChangeArrowheads="1"/>
          </p:cNvPicPr>
          <p:nvPr/>
        </p:nvPicPr>
        <p:blipFill>
          <a:blip r:embed="rId4" cstate="print"/>
          <a:srcRect/>
          <a:stretch>
            <a:fillRect/>
          </a:stretch>
        </p:blipFill>
        <p:spPr bwMode="auto">
          <a:xfrm>
            <a:off x="6300788" y="3141663"/>
            <a:ext cx="2159000" cy="2519362"/>
          </a:xfrm>
          <a:prstGeom prst="rect">
            <a:avLst/>
          </a:prstGeom>
          <a:noFill/>
          <a:ln w="15875">
            <a:solidFill>
              <a:srgbClr val="000000"/>
            </a:solidFill>
            <a:miter lim="800000"/>
            <a:headEnd/>
            <a:tailEnd/>
          </a:ln>
        </p:spPr>
      </p:pic>
      <p:sp>
        <p:nvSpPr>
          <p:cNvPr id="29" name="雲朵形 28"/>
          <p:cNvSpPr/>
          <p:nvPr/>
        </p:nvSpPr>
        <p:spPr>
          <a:xfrm>
            <a:off x="6659563" y="692150"/>
            <a:ext cx="1441450" cy="1296988"/>
          </a:xfrm>
          <a:prstGeom prst="cloud">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TW" altLang="en-US"/>
          </a:p>
        </p:txBody>
      </p:sp>
      <p:sp>
        <p:nvSpPr>
          <p:cNvPr id="11273" name="矩形 29"/>
          <p:cNvSpPr>
            <a:spLocks noChangeArrowheads="1"/>
          </p:cNvSpPr>
          <p:nvPr/>
        </p:nvSpPr>
        <p:spPr bwMode="auto">
          <a:xfrm>
            <a:off x="7019925" y="908050"/>
            <a:ext cx="646113" cy="923925"/>
          </a:xfrm>
          <a:prstGeom prst="rect">
            <a:avLst/>
          </a:prstGeom>
          <a:noFill/>
          <a:ln w="9525">
            <a:noFill/>
            <a:miter lim="800000"/>
            <a:headEnd/>
            <a:tailEnd/>
          </a:ln>
        </p:spPr>
        <p:txBody>
          <a:bodyPr>
            <a:spAutoFit/>
          </a:bodyPr>
          <a:lstStyle/>
          <a:p>
            <a:r>
              <a:rPr lang="zh-TW" altLang="en-US" b="1">
                <a:latin typeface="微軟正黑體" pitchFamily="34" charset="-120"/>
                <a:ea typeface="微軟正黑體" pitchFamily="34" charset="-120"/>
              </a:rPr>
              <a:t>個案售服</a:t>
            </a:r>
            <a:endParaRPr lang="en-US" altLang="zh-TW" b="1">
              <a:latin typeface="微軟正黑體" pitchFamily="34" charset="-120"/>
              <a:ea typeface="微軟正黑體" pitchFamily="34" charset="-120"/>
            </a:endParaRPr>
          </a:p>
          <a:p>
            <a:r>
              <a:rPr lang="zh-TW" altLang="en-US" b="1">
                <a:latin typeface="微軟正黑體" pitchFamily="34" charset="-120"/>
                <a:ea typeface="微軟正黑體" pitchFamily="34" charset="-120"/>
              </a:rPr>
              <a:t>報修</a:t>
            </a:r>
            <a:endParaRPr lang="zh-TW" altLang="en-US"/>
          </a:p>
        </p:txBody>
      </p:sp>
      <p:graphicFrame>
        <p:nvGraphicFramePr>
          <p:cNvPr id="34" name="資料庫圖表 33"/>
          <p:cNvGraphicFramePr/>
          <p:nvPr/>
        </p:nvGraphicFramePr>
        <p:xfrm>
          <a:off x="5076056" y="1844824"/>
          <a:ext cx="1463824" cy="864096"/>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35" name="橢圓 34"/>
          <p:cNvSpPr/>
          <p:nvPr/>
        </p:nvSpPr>
        <p:spPr>
          <a:xfrm>
            <a:off x="6011863" y="2060575"/>
            <a:ext cx="71437" cy="71438"/>
          </a:xfrm>
          <a:prstGeom prst="ellips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36" name="橢圓 35"/>
          <p:cNvSpPr/>
          <p:nvPr/>
        </p:nvSpPr>
        <p:spPr>
          <a:xfrm>
            <a:off x="5724525" y="2133600"/>
            <a:ext cx="69850" cy="69850"/>
          </a:xfrm>
          <a:prstGeom prst="ellips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graphicFrame>
        <p:nvGraphicFramePr>
          <p:cNvPr id="39" name="表格 38"/>
          <p:cNvGraphicFramePr>
            <a:graphicFrameLocks noGrp="1"/>
          </p:cNvGraphicFramePr>
          <p:nvPr/>
        </p:nvGraphicFramePr>
        <p:xfrm>
          <a:off x="250825" y="4292600"/>
          <a:ext cx="5832645" cy="288032"/>
        </p:xfrm>
        <a:graphic>
          <a:graphicData uri="http://schemas.openxmlformats.org/drawingml/2006/table">
            <a:tbl>
              <a:tblPr firstRow="1" bandRow="1">
                <a:tableStyleId>{5C22544A-7EE6-4342-B048-85BDC9FD1C3A}</a:tableStyleId>
              </a:tblPr>
              <a:tblGrid>
                <a:gridCol w="833235"/>
                <a:gridCol w="833235"/>
                <a:gridCol w="833235"/>
                <a:gridCol w="833235"/>
                <a:gridCol w="833235"/>
                <a:gridCol w="833235"/>
                <a:gridCol w="833235"/>
              </a:tblGrid>
              <a:tr h="288032">
                <a:tc>
                  <a:txBody>
                    <a:bodyPr/>
                    <a:lstStyle/>
                    <a:p>
                      <a:pPr marL="0" algn="ctr" defTabSz="914400" rtl="0" eaLnBrk="1" latinLnBrk="0" hangingPunct="1"/>
                      <a:r>
                        <a:rPr lang="zh-TW" altLang="en-US" sz="1100" b="1" kern="1200" dirty="0" smtClean="0">
                          <a:solidFill>
                            <a:srgbClr val="FFFFFF"/>
                          </a:solidFill>
                          <a:latin typeface="微軟正黑體" pitchFamily="34" charset="-120"/>
                          <a:ea typeface="微軟正黑體" pitchFamily="34" charset="-120"/>
                          <a:cs typeface="+mn-cs"/>
                        </a:rPr>
                        <a:t>修繕申請</a:t>
                      </a:r>
                      <a:endParaRPr lang="zh-TW" altLang="en-US" sz="1100" b="1" kern="1200" dirty="0">
                        <a:solidFill>
                          <a:srgbClr val="FFFFFF"/>
                        </a:solidFill>
                        <a:latin typeface="微軟正黑體" pitchFamily="34" charset="-120"/>
                        <a:ea typeface="微軟正黑體" pitchFamily="34"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a:txBody>
                    <a:bodyPr/>
                    <a:lstStyle/>
                    <a:p>
                      <a:pPr marL="0" algn="ctr" defTabSz="914400" rtl="0" eaLnBrk="1" latinLnBrk="0" hangingPunct="1"/>
                      <a:r>
                        <a:rPr lang="zh-TW" altLang="en-US" sz="1100" b="1" kern="1200" dirty="0" smtClean="0">
                          <a:solidFill>
                            <a:srgbClr val="FFFFFF"/>
                          </a:solidFill>
                          <a:latin typeface="微軟正黑體" pitchFamily="34" charset="-120"/>
                          <a:ea typeface="微軟正黑體" pitchFamily="34" charset="-120"/>
                          <a:cs typeface="+mn-cs"/>
                        </a:rPr>
                        <a:t>派修判斷</a:t>
                      </a:r>
                      <a:endParaRPr lang="zh-TW" altLang="en-US" sz="1100" b="1" kern="1200" dirty="0">
                        <a:solidFill>
                          <a:srgbClr val="FFFFFF"/>
                        </a:solidFill>
                        <a:latin typeface="微軟正黑體" pitchFamily="34" charset="-120"/>
                        <a:ea typeface="微軟正黑體" pitchFamily="34"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a:txBody>
                    <a:bodyPr/>
                    <a:lstStyle/>
                    <a:p>
                      <a:pPr marL="0" algn="ctr" defTabSz="914400" rtl="0" eaLnBrk="1" latinLnBrk="0" hangingPunct="1"/>
                      <a:r>
                        <a:rPr lang="zh-TW" altLang="en-US" sz="1100" b="1" kern="1200" dirty="0" smtClean="0">
                          <a:solidFill>
                            <a:srgbClr val="FFFFFF"/>
                          </a:solidFill>
                          <a:latin typeface="微軟正黑體" pitchFamily="34" charset="-120"/>
                          <a:ea typeface="微軟正黑體" pitchFamily="34" charset="-120"/>
                          <a:cs typeface="+mn-cs"/>
                        </a:rPr>
                        <a:t>修繕指派</a:t>
                      </a:r>
                      <a:endParaRPr lang="zh-TW" altLang="en-US" sz="1100" b="1" kern="1200" dirty="0">
                        <a:solidFill>
                          <a:srgbClr val="FFFFFF"/>
                        </a:solidFill>
                        <a:latin typeface="微軟正黑體" pitchFamily="34" charset="-120"/>
                        <a:ea typeface="微軟正黑體" pitchFamily="34"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a:txBody>
                    <a:bodyPr/>
                    <a:lstStyle/>
                    <a:p>
                      <a:pPr algn="ctr"/>
                      <a:r>
                        <a:rPr lang="zh-TW" altLang="en-US" sz="1100" b="1" kern="1200" dirty="0" smtClean="0">
                          <a:solidFill>
                            <a:srgbClr val="FFFFFF"/>
                          </a:solidFill>
                          <a:latin typeface="微軟正黑體" pitchFamily="34" charset="-120"/>
                          <a:ea typeface="微軟正黑體" pitchFamily="34" charset="-120"/>
                          <a:cs typeface="+mn-cs"/>
                        </a:rPr>
                        <a:t>廠商聯繫</a:t>
                      </a:r>
                      <a:endParaRPr lang="zh-TW" altLang="en-US" sz="1100" b="1" kern="1200" dirty="0">
                        <a:solidFill>
                          <a:srgbClr val="FFFFFF"/>
                        </a:solidFill>
                        <a:latin typeface="微軟正黑體" pitchFamily="34" charset="-120"/>
                        <a:ea typeface="微軟正黑體" pitchFamily="34"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a:txBody>
                    <a:bodyPr/>
                    <a:lstStyle/>
                    <a:p>
                      <a:pPr marL="0" algn="ctr" defTabSz="914400" rtl="0" eaLnBrk="1" latinLnBrk="0" hangingPunct="1"/>
                      <a:r>
                        <a:rPr lang="zh-TW" altLang="en-US" sz="1100" b="1" kern="1200" dirty="0" smtClean="0">
                          <a:solidFill>
                            <a:srgbClr val="FFFFFF"/>
                          </a:solidFill>
                          <a:latin typeface="微軟正黑體" pitchFamily="34" charset="-120"/>
                          <a:ea typeface="微軟正黑體" pitchFamily="34" charset="-120"/>
                          <a:cs typeface="+mn-cs"/>
                        </a:rPr>
                        <a:t>費用簽核</a:t>
                      </a:r>
                      <a:endParaRPr lang="zh-TW" altLang="en-US" sz="1100" b="1" kern="1200" dirty="0">
                        <a:solidFill>
                          <a:srgbClr val="FFFFFF"/>
                        </a:solidFill>
                        <a:latin typeface="微軟正黑體" pitchFamily="34" charset="-120"/>
                        <a:ea typeface="微軟正黑體" pitchFamily="34"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algn="ctr" defTabSz="914400" rtl="0" eaLnBrk="1" latinLnBrk="0" hangingPunct="1"/>
                      <a:r>
                        <a:rPr lang="zh-TW" altLang="en-US" sz="1100" b="1" kern="1200" dirty="0" smtClean="0">
                          <a:solidFill>
                            <a:srgbClr val="FFFFFF"/>
                          </a:solidFill>
                          <a:latin typeface="微軟正黑體" pitchFamily="34" charset="-120"/>
                          <a:ea typeface="微軟正黑體" pitchFamily="34" charset="-120"/>
                          <a:cs typeface="+mn-cs"/>
                        </a:rPr>
                        <a:t>修繕作業</a:t>
                      </a:r>
                      <a:endParaRPr lang="zh-TW" altLang="en-US" sz="1100" b="1" kern="1200" dirty="0">
                        <a:solidFill>
                          <a:srgbClr val="FFFFFF"/>
                        </a:solidFill>
                        <a:latin typeface="微軟正黑體" pitchFamily="34" charset="-120"/>
                        <a:ea typeface="微軟正黑體" pitchFamily="34"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algn="ctr" defTabSz="914400" rtl="0" eaLnBrk="1" latinLnBrk="0" hangingPunct="1"/>
                      <a:r>
                        <a:rPr lang="zh-TW" altLang="en-US" sz="1100" b="1" kern="1200" dirty="0" smtClean="0">
                          <a:solidFill>
                            <a:srgbClr val="FFFFFF"/>
                          </a:solidFill>
                          <a:latin typeface="微軟正黑體" pitchFamily="34" charset="-120"/>
                          <a:ea typeface="微軟正黑體" pitchFamily="34" charset="-120"/>
                          <a:cs typeface="+mn-cs"/>
                        </a:rPr>
                        <a:t>結案留存</a:t>
                      </a:r>
                      <a:endParaRPr lang="zh-TW" altLang="en-US" sz="1100" b="1" kern="1200" dirty="0">
                        <a:solidFill>
                          <a:srgbClr val="FFFFFF"/>
                        </a:solidFill>
                        <a:latin typeface="微軟正黑體" pitchFamily="34" charset="-120"/>
                        <a:ea typeface="微軟正黑體" pitchFamily="34"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r>
            </a:tbl>
          </a:graphicData>
        </a:graphic>
      </p:graphicFrame>
      <p:sp>
        <p:nvSpPr>
          <p:cNvPr id="41" name="向下箭號 40"/>
          <p:cNvSpPr/>
          <p:nvPr/>
        </p:nvSpPr>
        <p:spPr>
          <a:xfrm>
            <a:off x="3203848" y="3717032"/>
            <a:ext cx="360040" cy="504056"/>
          </a:xfrm>
          <a:prstGeom prst="downArrow">
            <a:avLst/>
          </a:prstGeom>
        </p:spPr>
        <p:style>
          <a:lnRef idx="1">
            <a:schemeClr val="accent2"/>
          </a:lnRef>
          <a:fillRef idx="3">
            <a:schemeClr val="accent2"/>
          </a:fillRef>
          <a:effectRef idx="2">
            <a:schemeClr val="accent2"/>
          </a:effectRef>
          <a:fontRef idx="minor">
            <a:schemeClr val="lt1"/>
          </a:fontRef>
        </p:style>
        <p:txBody>
          <a:bodyPr anchor="ctr"/>
          <a:lstStyle/>
          <a:p>
            <a:pPr algn="ctr">
              <a:defRPr/>
            </a:pPr>
            <a:endParaRPr lang="zh-TW" altLang="en-US"/>
          </a:p>
        </p:txBody>
      </p:sp>
      <p:sp>
        <p:nvSpPr>
          <p:cNvPr id="42" name="向右箭號 41"/>
          <p:cNvSpPr/>
          <p:nvPr/>
        </p:nvSpPr>
        <p:spPr>
          <a:xfrm>
            <a:off x="1835696" y="4725144"/>
            <a:ext cx="504056" cy="360040"/>
          </a:xfrm>
          <a:prstGeom prst="stripedRightArrow">
            <a:avLst/>
          </a:prstGeom>
        </p:spPr>
        <p:style>
          <a:lnRef idx="1">
            <a:schemeClr val="accent2"/>
          </a:lnRef>
          <a:fillRef idx="3">
            <a:schemeClr val="accent2"/>
          </a:fillRef>
          <a:effectRef idx="2">
            <a:schemeClr val="accent2"/>
          </a:effectRef>
          <a:fontRef idx="minor">
            <a:schemeClr val="lt1"/>
          </a:fontRef>
        </p:style>
        <p:txBody>
          <a:bodyPr anchor="ctr"/>
          <a:lstStyle/>
          <a:p>
            <a:pPr algn="ctr">
              <a:defRPr/>
            </a:pPr>
            <a:endParaRPr lang="zh-TW" altLang="en-US"/>
          </a:p>
        </p:txBody>
      </p:sp>
      <p:sp>
        <p:nvSpPr>
          <p:cNvPr id="45" name="向右箭號 44"/>
          <p:cNvSpPr/>
          <p:nvPr/>
        </p:nvSpPr>
        <p:spPr>
          <a:xfrm>
            <a:off x="3132456" y="4725144"/>
            <a:ext cx="504056" cy="360040"/>
          </a:xfrm>
          <a:prstGeom prst="stripedRightArrow">
            <a:avLst/>
          </a:prstGeom>
        </p:spPr>
        <p:style>
          <a:lnRef idx="1">
            <a:schemeClr val="accent2"/>
          </a:lnRef>
          <a:fillRef idx="3">
            <a:schemeClr val="accent2"/>
          </a:fillRef>
          <a:effectRef idx="2">
            <a:schemeClr val="accent2"/>
          </a:effectRef>
          <a:fontRef idx="minor">
            <a:schemeClr val="lt1"/>
          </a:fontRef>
        </p:style>
        <p:txBody>
          <a:bodyPr anchor="ctr"/>
          <a:lstStyle/>
          <a:p>
            <a:pPr algn="ctr">
              <a:defRPr/>
            </a:pPr>
            <a:endParaRPr lang="zh-TW" altLang="en-US"/>
          </a:p>
        </p:txBody>
      </p:sp>
      <p:sp>
        <p:nvSpPr>
          <p:cNvPr id="47" name="向右箭號 46"/>
          <p:cNvSpPr/>
          <p:nvPr/>
        </p:nvSpPr>
        <p:spPr>
          <a:xfrm>
            <a:off x="4572616" y="4725144"/>
            <a:ext cx="504056" cy="360040"/>
          </a:xfrm>
          <a:prstGeom prst="stripedRightArrow">
            <a:avLst/>
          </a:prstGeom>
        </p:spPr>
        <p:style>
          <a:lnRef idx="1">
            <a:schemeClr val="accent2"/>
          </a:lnRef>
          <a:fillRef idx="3">
            <a:schemeClr val="accent2"/>
          </a:fillRef>
          <a:effectRef idx="2">
            <a:schemeClr val="accent2"/>
          </a:effectRef>
          <a:fontRef idx="minor">
            <a:schemeClr val="lt1"/>
          </a:fontRef>
        </p:style>
        <p:txBody>
          <a:bodyPr anchor="ctr"/>
          <a:lstStyle/>
          <a:p>
            <a:pPr algn="ctr">
              <a:defRPr/>
            </a:pPr>
            <a:endParaRPr lang="zh-TW" altLang="en-US"/>
          </a:p>
        </p:txBody>
      </p:sp>
      <p:sp>
        <p:nvSpPr>
          <p:cNvPr id="11307" name="矩形 47"/>
          <p:cNvSpPr>
            <a:spLocks noChangeArrowheads="1"/>
          </p:cNvSpPr>
          <p:nvPr/>
        </p:nvSpPr>
        <p:spPr bwMode="auto">
          <a:xfrm>
            <a:off x="179388" y="5103813"/>
            <a:ext cx="6480175" cy="1754187"/>
          </a:xfrm>
          <a:prstGeom prst="rect">
            <a:avLst/>
          </a:prstGeom>
          <a:noFill/>
          <a:ln w="9525">
            <a:noFill/>
            <a:miter lim="800000"/>
            <a:headEnd/>
            <a:tailEnd/>
          </a:ln>
        </p:spPr>
        <p:txBody>
          <a:bodyPr>
            <a:spAutoFit/>
          </a:bodyPr>
          <a:lstStyle/>
          <a:p>
            <a:r>
              <a:rPr lang="zh-TW" altLang="zh-TW">
                <a:latin typeface="微軟正黑體" pitchFamily="34" charset="-120"/>
                <a:ea typeface="微軟正黑體" pitchFamily="34" charset="-120"/>
              </a:rPr>
              <a:t>當資料庫記錄修繕申請後，程式將引導執行</a:t>
            </a:r>
            <a:r>
              <a:rPr lang="zh-TW" altLang="en-US">
                <a:latin typeface="微軟正黑體" pitchFamily="34" charset="-120"/>
                <a:ea typeface="微軟正黑體" pitchFamily="34" charset="-120"/>
              </a:rPr>
              <a:t>客戶報修。</a:t>
            </a:r>
            <a:endParaRPr lang="en-US" altLang="zh-TW">
              <a:latin typeface="微軟正黑體" pitchFamily="34" charset="-120"/>
              <a:ea typeface="微軟正黑體" pitchFamily="34" charset="-120"/>
            </a:endParaRPr>
          </a:p>
          <a:p>
            <a:r>
              <a:rPr lang="zh-TW" altLang="zh-TW">
                <a:latin typeface="微軟正黑體" pitchFamily="34" charset="-120"/>
                <a:ea typeface="微軟正黑體" pitchFamily="34" charset="-120"/>
              </a:rPr>
              <a:t>當判定成案後，系統將自動發出郵件來通知工務售服人員。</a:t>
            </a:r>
            <a:endParaRPr lang="en-US" altLang="zh-TW">
              <a:latin typeface="微軟正黑體" pitchFamily="34" charset="-120"/>
              <a:ea typeface="微軟正黑體" pitchFamily="34" charset="-120"/>
            </a:endParaRPr>
          </a:p>
          <a:p>
            <a:r>
              <a:rPr lang="zh-TW" altLang="zh-TW">
                <a:latin typeface="微軟正黑體" pitchFamily="34" charset="-120"/>
                <a:ea typeface="微軟正黑體" pitchFamily="34" charset="-120"/>
              </a:rPr>
              <a:t>工務售服人員依保固內、非保固、屬維養缺失、交屋缺失、交屋缺失修繕的案件屬性來判斷修繕案件的處理方式並指定璞真建設承辦人員</a:t>
            </a:r>
            <a:r>
              <a:rPr lang="zh-TW" altLang="en-US">
                <a:latin typeface="微軟正黑體" pitchFamily="34" charset="-120"/>
                <a:ea typeface="微軟正黑體" pitchFamily="34" charset="-120"/>
              </a:rPr>
              <a:t>及服務廠商</a:t>
            </a:r>
            <a:r>
              <a:rPr lang="zh-TW" altLang="zh-TW">
                <a:latin typeface="微軟正黑體" pitchFamily="34" charset="-120"/>
                <a:ea typeface="微軟正黑體" pitchFamily="34" charset="-120"/>
              </a:rPr>
              <a:t>。加速服務</a:t>
            </a:r>
            <a:r>
              <a:rPr lang="zh-TW" altLang="en-US">
                <a:latin typeface="微軟正黑體" pitchFamily="34" charset="-120"/>
                <a:ea typeface="微軟正黑體" pitchFamily="34" charset="-120"/>
              </a:rPr>
              <a:t>客戶</a:t>
            </a:r>
            <a:r>
              <a:rPr lang="zh-TW" altLang="zh-TW">
                <a:latin typeface="微軟正黑體" pitchFamily="34" charset="-120"/>
                <a:ea typeface="微軟正黑體" pitchFamily="34" charset="-120"/>
              </a:rPr>
              <a:t>效率、達到流程電子化的目標。</a:t>
            </a:r>
            <a:endParaRPr lang="zh-TW" altLang="en-US">
              <a:latin typeface="微軟正黑體" pitchFamily="34" charset="-120"/>
              <a:ea typeface="微軟正黑體" pitchFamily="34" charset="-12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接點 3"/>
          <p:cNvCxnSpPr/>
          <p:nvPr/>
        </p:nvCxnSpPr>
        <p:spPr>
          <a:xfrm>
            <a:off x="107504" y="981075"/>
            <a:ext cx="7992888" cy="0"/>
          </a:xfrm>
          <a:prstGeom prst="line">
            <a:avLst/>
          </a:prstGeom>
          <a:ln w="15875">
            <a:gradFill flip="none" rotWithShape="1">
              <a:gsLst>
                <a:gs pos="0">
                  <a:srgbClr val="5E9EFF"/>
                </a:gs>
                <a:gs pos="39999">
                  <a:srgbClr val="85C2FF"/>
                </a:gs>
                <a:gs pos="70000">
                  <a:srgbClr val="C4D6EB"/>
                </a:gs>
                <a:gs pos="100000">
                  <a:srgbClr val="FFEBFA"/>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12291" name="矩形 4"/>
          <p:cNvSpPr>
            <a:spLocks noChangeArrowheads="1"/>
          </p:cNvSpPr>
          <p:nvPr/>
        </p:nvSpPr>
        <p:spPr bwMode="auto">
          <a:xfrm>
            <a:off x="1042988" y="1403350"/>
            <a:ext cx="4572000" cy="369888"/>
          </a:xfrm>
          <a:prstGeom prst="rect">
            <a:avLst/>
          </a:prstGeom>
          <a:noFill/>
          <a:ln w="9525">
            <a:noFill/>
            <a:miter lim="800000"/>
            <a:headEnd/>
            <a:tailEnd/>
          </a:ln>
        </p:spPr>
        <p:txBody>
          <a:bodyPr>
            <a:spAutoFit/>
          </a:bodyPr>
          <a:lstStyle/>
          <a:p>
            <a:r>
              <a:rPr lang="zh-TW" altLang="zh-TW">
                <a:latin typeface="微軟正黑體" pitchFamily="34" charset="-120"/>
                <a:ea typeface="微軟正黑體" pitchFamily="34" charset="-120"/>
              </a:rPr>
              <a:t>售後服務延伸</a:t>
            </a:r>
            <a:r>
              <a:rPr lang="en-US" altLang="zh-TW">
                <a:latin typeface="微軟正黑體" pitchFamily="34" charset="-120"/>
                <a:ea typeface="微軟正黑體" pitchFamily="34" charset="-120"/>
              </a:rPr>
              <a:t>-</a:t>
            </a:r>
            <a:r>
              <a:rPr lang="zh-TW" altLang="en-US">
                <a:latin typeface="微軟正黑體" pitchFamily="34" charset="-120"/>
                <a:ea typeface="微軟正黑體" pitchFamily="34" charset="-120"/>
              </a:rPr>
              <a:t>個案週期約</a:t>
            </a:r>
            <a:r>
              <a:rPr lang="en-US" altLang="zh-TW">
                <a:latin typeface="微軟正黑體" pitchFamily="34" charset="-120"/>
                <a:ea typeface="微軟正黑體" pitchFamily="34" charset="-120"/>
              </a:rPr>
              <a:t>2-3</a:t>
            </a:r>
            <a:r>
              <a:rPr lang="zh-TW" altLang="en-US">
                <a:latin typeface="微軟正黑體" pitchFamily="34" charset="-120"/>
                <a:ea typeface="微軟正黑體" pitchFamily="34" charset="-120"/>
              </a:rPr>
              <a:t>年社區健檢</a:t>
            </a:r>
            <a:endParaRPr lang="en-US" altLang="zh-TW">
              <a:latin typeface="微軟正黑體" pitchFamily="34" charset="-120"/>
              <a:ea typeface="微軟正黑體" pitchFamily="34" charset="-120"/>
            </a:endParaRPr>
          </a:p>
        </p:txBody>
      </p:sp>
      <p:sp>
        <p:nvSpPr>
          <p:cNvPr id="12292" name="矩形 6"/>
          <p:cNvSpPr>
            <a:spLocks noChangeArrowheads="1"/>
          </p:cNvSpPr>
          <p:nvPr/>
        </p:nvSpPr>
        <p:spPr bwMode="auto">
          <a:xfrm>
            <a:off x="539750" y="548680"/>
            <a:ext cx="6553200" cy="461963"/>
          </a:xfrm>
          <a:prstGeom prst="rect">
            <a:avLst/>
          </a:prstGeom>
          <a:noFill/>
          <a:ln w="9525">
            <a:noFill/>
            <a:miter lim="800000"/>
            <a:headEnd/>
            <a:tailEnd/>
          </a:ln>
        </p:spPr>
        <p:txBody>
          <a:bodyPr>
            <a:spAutoFit/>
          </a:bodyPr>
          <a:lstStyle/>
          <a:p>
            <a:pPr marL="719138" indent="-273050" eaLnBrk="0" fontAlgn="ctr" hangingPunct="0">
              <a:buClr>
                <a:schemeClr val="accent1"/>
              </a:buClr>
              <a:buSzPct val="70000"/>
              <a:buFont typeface="Wingdings" pitchFamily="2" charset="2"/>
              <a:buChar char=""/>
            </a:pPr>
            <a:r>
              <a:rPr kumimoji="0" lang="zh-TW" altLang="en-US" sz="2400" b="1" dirty="0">
                <a:latin typeface="微軟正黑體" pitchFamily="34" charset="-120"/>
                <a:ea typeface="微軟正黑體" pitchFamily="34" charset="-120"/>
              </a:rPr>
              <a:t>璞真的建物健檢</a:t>
            </a:r>
          </a:p>
        </p:txBody>
      </p:sp>
      <p:pic>
        <p:nvPicPr>
          <p:cNvPr id="12293" name="Picture 8"/>
          <p:cNvPicPr>
            <a:picLocks noChangeAspect="1" noChangeArrowheads="1"/>
          </p:cNvPicPr>
          <p:nvPr/>
        </p:nvPicPr>
        <p:blipFill>
          <a:blip r:embed="rId2" cstate="print"/>
          <a:srcRect/>
          <a:stretch>
            <a:fillRect/>
          </a:stretch>
        </p:blipFill>
        <p:spPr bwMode="auto">
          <a:xfrm>
            <a:off x="1116013" y="1844675"/>
            <a:ext cx="5957887" cy="4500563"/>
          </a:xfrm>
          <a:prstGeom prst="rect">
            <a:avLst/>
          </a:prstGeom>
          <a:solidFill>
            <a:srgbClr val="FFFFFF"/>
          </a:solidFill>
          <a:ln w="9525">
            <a:solidFill>
              <a:srgbClr val="000000"/>
            </a:solid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cstate="print"/>
          <a:srcRect/>
          <a:stretch>
            <a:fillRect/>
          </a:stretch>
        </p:blipFill>
        <p:spPr bwMode="auto">
          <a:xfrm>
            <a:off x="107950" y="1679575"/>
            <a:ext cx="2933700" cy="4197350"/>
          </a:xfrm>
          <a:prstGeom prst="rect">
            <a:avLst/>
          </a:prstGeom>
          <a:noFill/>
          <a:ln w="12700">
            <a:solidFill>
              <a:schemeClr val="tx1"/>
            </a:solidFill>
            <a:miter lim="800000"/>
            <a:headEnd/>
            <a:tailEnd/>
          </a:ln>
        </p:spPr>
      </p:pic>
      <p:sp>
        <p:nvSpPr>
          <p:cNvPr id="13315" name="矩形 29"/>
          <p:cNvSpPr>
            <a:spLocks noChangeArrowheads="1"/>
          </p:cNvSpPr>
          <p:nvPr/>
        </p:nvSpPr>
        <p:spPr bwMode="auto">
          <a:xfrm>
            <a:off x="395288" y="1247775"/>
            <a:ext cx="646112" cy="369888"/>
          </a:xfrm>
          <a:prstGeom prst="rect">
            <a:avLst/>
          </a:prstGeom>
          <a:noFill/>
          <a:ln w="9525">
            <a:noFill/>
            <a:miter lim="800000"/>
            <a:headEnd/>
            <a:tailEnd/>
          </a:ln>
        </p:spPr>
        <p:txBody>
          <a:bodyPr>
            <a:spAutoFit/>
          </a:bodyPr>
          <a:lstStyle/>
          <a:p>
            <a:r>
              <a:rPr lang="zh-TW" altLang="en-US" b="1">
                <a:latin typeface="微軟正黑體" pitchFamily="34" charset="-120"/>
                <a:ea typeface="微軟正黑體" pitchFamily="34" charset="-120"/>
              </a:rPr>
              <a:t>建築</a:t>
            </a:r>
            <a:endParaRPr lang="zh-TW" altLang="en-US"/>
          </a:p>
        </p:txBody>
      </p:sp>
      <p:pic>
        <p:nvPicPr>
          <p:cNvPr id="13316" name="Picture 3"/>
          <p:cNvPicPr>
            <a:picLocks noChangeAspect="1" noChangeArrowheads="1"/>
          </p:cNvPicPr>
          <p:nvPr/>
        </p:nvPicPr>
        <p:blipFill>
          <a:blip r:embed="rId3" cstate="print"/>
          <a:srcRect/>
          <a:stretch>
            <a:fillRect/>
          </a:stretch>
        </p:blipFill>
        <p:spPr bwMode="auto">
          <a:xfrm>
            <a:off x="3132138" y="1679575"/>
            <a:ext cx="2879725" cy="4195763"/>
          </a:xfrm>
          <a:prstGeom prst="rect">
            <a:avLst/>
          </a:prstGeom>
          <a:noFill/>
          <a:ln w="12700">
            <a:solidFill>
              <a:schemeClr val="tx1"/>
            </a:solidFill>
            <a:miter lim="800000"/>
            <a:headEnd/>
            <a:tailEnd/>
          </a:ln>
        </p:spPr>
      </p:pic>
      <p:pic>
        <p:nvPicPr>
          <p:cNvPr id="13317" name="Picture 4"/>
          <p:cNvPicPr>
            <a:picLocks noChangeAspect="1" noChangeArrowheads="1"/>
          </p:cNvPicPr>
          <p:nvPr/>
        </p:nvPicPr>
        <p:blipFill>
          <a:blip r:embed="rId4" cstate="print"/>
          <a:srcRect/>
          <a:stretch>
            <a:fillRect/>
          </a:stretch>
        </p:blipFill>
        <p:spPr bwMode="auto">
          <a:xfrm>
            <a:off x="6156325" y="1679575"/>
            <a:ext cx="2879725" cy="1909763"/>
          </a:xfrm>
          <a:prstGeom prst="rect">
            <a:avLst/>
          </a:prstGeom>
          <a:noFill/>
          <a:ln w="12700">
            <a:solidFill>
              <a:schemeClr val="tx1"/>
            </a:solidFill>
            <a:miter lim="800000"/>
            <a:headEnd/>
            <a:tailEnd/>
          </a:ln>
        </p:spPr>
      </p:pic>
      <p:cxnSp>
        <p:nvCxnSpPr>
          <p:cNvPr id="10" name="直線接點 9"/>
          <p:cNvCxnSpPr/>
          <p:nvPr/>
        </p:nvCxnSpPr>
        <p:spPr>
          <a:xfrm>
            <a:off x="107504" y="981075"/>
            <a:ext cx="7992888" cy="0"/>
          </a:xfrm>
          <a:prstGeom prst="line">
            <a:avLst/>
          </a:prstGeom>
          <a:ln w="15875">
            <a:gradFill flip="none" rotWithShape="1">
              <a:gsLst>
                <a:gs pos="0">
                  <a:srgbClr val="5E9EFF"/>
                </a:gs>
                <a:gs pos="39999">
                  <a:srgbClr val="85C2FF"/>
                </a:gs>
                <a:gs pos="70000">
                  <a:srgbClr val="C4D6EB"/>
                </a:gs>
                <a:gs pos="100000">
                  <a:srgbClr val="FFEBFA"/>
                </a:gs>
              </a:gsLst>
              <a:lin ang="10800000" scaled="1"/>
              <a:tileRect/>
            </a:gra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接點 3"/>
          <p:cNvCxnSpPr/>
          <p:nvPr/>
        </p:nvCxnSpPr>
        <p:spPr>
          <a:xfrm>
            <a:off x="107504" y="981075"/>
            <a:ext cx="7992888" cy="0"/>
          </a:xfrm>
          <a:prstGeom prst="line">
            <a:avLst/>
          </a:prstGeom>
          <a:ln w="15875">
            <a:gradFill flip="none" rotWithShape="1">
              <a:gsLst>
                <a:gs pos="0">
                  <a:srgbClr val="5E9EFF"/>
                </a:gs>
                <a:gs pos="39999">
                  <a:srgbClr val="85C2FF"/>
                </a:gs>
                <a:gs pos="70000">
                  <a:srgbClr val="C4D6EB"/>
                </a:gs>
                <a:gs pos="100000">
                  <a:srgbClr val="FFEBFA"/>
                </a:gs>
              </a:gsLst>
              <a:lin ang="10800000" scaled="1"/>
              <a:tileRect/>
            </a:gradFill>
          </a:ln>
        </p:spPr>
        <p:style>
          <a:lnRef idx="1">
            <a:schemeClr val="accent1"/>
          </a:lnRef>
          <a:fillRef idx="0">
            <a:schemeClr val="accent1"/>
          </a:fillRef>
          <a:effectRef idx="0">
            <a:schemeClr val="accent1"/>
          </a:effectRef>
          <a:fontRef idx="minor">
            <a:schemeClr val="tx1"/>
          </a:fontRef>
        </p:style>
      </p:cxnSp>
      <p:pic>
        <p:nvPicPr>
          <p:cNvPr id="14339" name="Picture 2"/>
          <p:cNvPicPr>
            <a:picLocks noChangeAspect="1" noChangeArrowheads="1"/>
          </p:cNvPicPr>
          <p:nvPr/>
        </p:nvPicPr>
        <p:blipFill>
          <a:blip r:embed="rId2" cstate="print"/>
          <a:srcRect/>
          <a:stretch>
            <a:fillRect/>
          </a:stretch>
        </p:blipFill>
        <p:spPr bwMode="auto">
          <a:xfrm>
            <a:off x="900113" y="0"/>
            <a:ext cx="2397125" cy="3311525"/>
          </a:xfrm>
          <a:prstGeom prst="rect">
            <a:avLst/>
          </a:prstGeom>
          <a:noFill/>
          <a:ln w="12700">
            <a:solidFill>
              <a:schemeClr val="tx1"/>
            </a:solidFill>
            <a:miter lim="800000"/>
            <a:headEnd/>
            <a:tailEnd/>
          </a:ln>
        </p:spPr>
      </p:pic>
      <p:pic>
        <p:nvPicPr>
          <p:cNvPr id="14340" name="Picture 3"/>
          <p:cNvPicPr>
            <a:picLocks noChangeAspect="1" noChangeArrowheads="1"/>
          </p:cNvPicPr>
          <p:nvPr/>
        </p:nvPicPr>
        <p:blipFill>
          <a:blip r:embed="rId3" cstate="print"/>
          <a:srcRect/>
          <a:stretch>
            <a:fillRect/>
          </a:stretch>
        </p:blipFill>
        <p:spPr bwMode="auto">
          <a:xfrm>
            <a:off x="3525838" y="0"/>
            <a:ext cx="2270125" cy="3311525"/>
          </a:xfrm>
          <a:prstGeom prst="rect">
            <a:avLst/>
          </a:prstGeom>
          <a:noFill/>
          <a:ln w="12700">
            <a:solidFill>
              <a:schemeClr val="tx1"/>
            </a:solidFill>
            <a:miter lim="800000"/>
            <a:headEnd/>
            <a:tailEnd/>
          </a:ln>
        </p:spPr>
      </p:pic>
      <p:pic>
        <p:nvPicPr>
          <p:cNvPr id="14341" name="Picture 4"/>
          <p:cNvPicPr>
            <a:picLocks noChangeAspect="1" noChangeArrowheads="1"/>
          </p:cNvPicPr>
          <p:nvPr/>
        </p:nvPicPr>
        <p:blipFill>
          <a:blip r:embed="rId4" cstate="print"/>
          <a:srcRect/>
          <a:stretch>
            <a:fillRect/>
          </a:stretch>
        </p:blipFill>
        <p:spPr bwMode="auto">
          <a:xfrm>
            <a:off x="6045200" y="0"/>
            <a:ext cx="2271713" cy="3311525"/>
          </a:xfrm>
          <a:prstGeom prst="rect">
            <a:avLst/>
          </a:prstGeom>
          <a:noFill/>
          <a:ln w="12700">
            <a:solidFill>
              <a:schemeClr val="tx1"/>
            </a:solidFill>
            <a:miter lim="800000"/>
            <a:headEnd/>
            <a:tailEnd/>
          </a:ln>
        </p:spPr>
      </p:pic>
      <p:sp>
        <p:nvSpPr>
          <p:cNvPr id="14342" name="矩形 29"/>
          <p:cNvSpPr>
            <a:spLocks noChangeArrowheads="1"/>
          </p:cNvSpPr>
          <p:nvPr/>
        </p:nvSpPr>
        <p:spPr bwMode="auto">
          <a:xfrm>
            <a:off x="179388" y="115888"/>
            <a:ext cx="646112" cy="369887"/>
          </a:xfrm>
          <a:prstGeom prst="rect">
            <a:avLst/>
          </a:prstGeom>
          <a:noFill/>
          <a:ln w="9525">
            <a:noFill/>
            <a:miter lim="800000"/>
            <a:headEnd/>
            <a:tailEnd/>
          </a:ln>
        </p:spPr>
        <p:txBody>
          <a:bodyPr>
            <a:spAutoFit/>
          </a:bodyPr>
          <a:lstStyle/>
          <a:p>
            <a:r>
              <a:rPr lang="zh-TW" altLang="en-US" b="1">
                <a:latin typeface="微軟正黑體" pitchFamily="34" charset="-120"/>
                <a:ea typeface="微軟正黑體" pitchFamily="34" charset="-120"/>
              </a:rPr>
              <a:t>機電</a:t>
            </a:r>
          </a:p>
        </p:txBody>
      </p:sp>
      <p:pic>
        <p:nvPicPr>
          <p:cNvPr id="14343" name="Picture 5"/>
          <p:cNvPicPr>
            <a:picLocks noChangeAspect="1" noChangeArrowheads="1"/>
          </p:cNvPicPr>
          <p:nvPr/>
        </p:nvPicPr>
        <p:blipFill>
          <a:blip r:embed="rId5" cstate="print"/>
          <a:srcRect/>
          <a:stretch>
            <a:fillRect/>
          </a:stretch>
        </p:blipFill>
        <p:spPr bwMode="auto">
          <a:xfrm>
            <a:off x="1331913" y="3546475"/>
            <a:ext cx="2276475" cy="3311525"/>
          </a:xfrm>
          <a:prstGeom prst="rect">
            <a:avLst/>
          </a:prstGeom>
          <a:noFill/>
          <a:ln w="12700">
            <a:solidFill>
              <a:schemeClr val="tx1"/>
            </a:solidFill>
            <a:miter lim="800000"/>
            <a:headEnd/>
            <a:tailEnd/>
          </a:ln>
        </p:spPr>
      </p:pic>
      <p:pic>
        <p:nvPicPr>
          <p:cNvPr id="14344" name="Picture 6"/>
          <p:cNvPicPr>
            <a:picLocks noChangeAspect="1" noChangeArrowheads="1"/>
          </p:cNvPicPr>
          <p:nvPr/>
        </p:nvPicPr>
        <p:blipFill>
          <a:blip r:embed="rId6" cstate="print"/>
          <a:srcRect/>
          <a:stretch>
            <a:fillRect/>
          </a:stretch>
        </p:blipFill>
        <p:spPr bwMode="auto">
          <a:xfrm>
            <a:off x="3851275" y="3546475"/>
            <a:ext cx="2273300" cy="3311525"/>
          </a:xfrm>
          <a:prstGeom prst="rect">
            <a:avLst/>
          </a:prstGeom>
          <a:noFill/>
          <a:ln w="12700">
            <a:solidFill>
              <a:schemeClr val="tx1"/>
            </a:solidFill>
            <a:miter lim="800000"/>
            <a:headEnd/>
            <a:tailEnd/>
          </a:ln>
        </p:spPr>
      </p:pic>
      <p:pic>
        <p:nvPicPr>
          <p:cNvPr id="14345" name="Picture 8"/>
          <p:cNvPicPr>
            <a:picLocks noChangeAspect="1" noChangeArrowheads="1"/>
          </p:cNvPicPr>
          <p:nvPr/>
        </p:nvPicPr>
        <p:blipFill>
          <a:blip r:embed="rId7" cstate="print"/>
          <a:srcRect/>
          <a:stretch>
            <a:fillRect/>
          </a:stretch>
        </p:blipFill>
        <p:spPr bwMode="auto">
          <a:xfrm>
            <a:off x="6372225" y="3546475"/>
            <a:ext cx="2506663" cy="3311525"/>
          </a:xfrm>
          <a:prstGeom prst="rect">
            <a:avLst/>
          </a:prstGeom>
          <a:noFill/>
          <a:ln w="12700">
            <a:solidFill>
              <a:schemeClr val="tx1"/>
            </a:solid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接點 3"/>
          <p:cNvCxnSpPr/>
          <p:nvPr/>
        </p:nvCxnSpPr>
        <p:spPr>
          <a:xfrm>
            <a:off x="107504" y="981075"/>
            <a:ext cx="7992888" cy="0"/>
          </a:xfrm>
          <a:prstGeom prst="line">
            <a:avLst/>
          </a:prstGeom>
          <a:ln w="15875">
            <a:gradFill flip="none" rotWithShape="1">
              <a:gsLst>
                <a:gs pos="0">
                  <a:srgbClr val="5E9EFF"/>
                </a:gs>
                <a:gs pos="39999">
                  <a:srgbClr val="85C2FF"/>
                </a:gs>
                <a:gs pos="70000">
                  <a:srgbClr val="C4D6EB"/>
                </a:gs>
                <a:gs pos="100000">
                  <a:srgbClr val="FFEBFA"/>
                </a:gs>
              </a:gsLst>
              <a:lin ang="10800000" scaled="1"/>
              <a:tileRect/>
            </a:gradFill>
          </a:ln>
        </p:spPr>
        <p:style>
          <a:lnRef idx="1">
            <a:schemeClr val="accent1"/>
          </a:lnRef>
          <a:fillRef idx="0">
            <a:schemeClr val="accent1"/>
          </a:fillRef>
          <a:effectRef idx="0">
            <a:schemeClr val="accent1"/>
          </a:effectRef>
          <a:fontRef idx="minor">
            <a:schemeClr val="tx1"/>
          </a:fontRef>
        </p:style>
      </p:cxnSp>
      <p:pic>
        <p:nvPicPr>
          <p:cNvPr id="15363" name="Picture 2"/>
          <p:cNvPicPr>
            <a:picLocks noChangeAspect="1" noChangeArrowheads="1"/>
          </p:cNvPicPr>
          <p:nvPr/>
        </p:nvPicPr>
        <p:blipFill>
          <a:blip r:embed="rId2" cstate="print"/>
          <a:srcRect/>
          <a:stretch>
            <a:fillRect/>
          </a:stretch>
        </p:blipFill>
        <p:spPr bwMode="auto">
          <a:xfrm>
            <a:off x="395288" y="1557338"/>
            <a:ext cx="8386762" cy="4751387"/>
          </a:xfrm>
          <a:prstGeom prst="rect">
            <a:avLst/>
          </a:prstGeom>
          <a:noFill/>
          <a:ln w="9525">
            <a:noFill/>
            <a:miter lim="800000"/>
            <a:headEnd/>
            <a:tailEnd/>
          </a:ln>
        </p:spPr>
      </p:pic>
      <p:sp>
        <p:nvSpPr>
          <p:cNvPr id="15364" name="矩形 6"/>
          <p:cNvSpPr>
            <a:spLocks noChangeArrowheads="1"/>
          </p:cNvSpPr>
          <p:nvPr/>
        </p:nvSpPr>
        <p:spPr bwMode="auto">
          <a:xfrm>
            <a:off x="-107950" y="548680"/>
            <a:ext cx="6551613" cy="461963"/>
          </a:xfrm>
          <a:prstGeom prst="rect">
            <a:avLst/>
          </a:prstGeom>
          <a:noFill/>
          <a:ln w="9525">
            <a:noFill/>
            <a:miter lim="800000"/>
            <a:headEnd/>
            <a:tailEnd/>
          </a:ln>
        </p:spPr>
        <p:txBody>
          <a:bodyPr>
            <a:spAutoFit/>
          </a:bodyPr>
          <a:lstStyle/>
          <a:p>
            <a:pPr marL="719138" indent="-273050" eaLnBrk="0" fontAlgn="ctr" hangingPunct="0">
              <a:buClr>
                <a:schemeClr val="accent1"/>
              </a:buClr>
              <a:buSzPct val="70000"/>
              <a:buFont typeface="Wingdings" pitchFamily="2" charset="2"/>
              <a:buChar char=""/>
            </a:pPr>
            <a:r>
              <a:rPr kumimoji="0" lang="zh-TW" altLang="en-US" sz="2400" b="1" dirty="0">
                <a:latin typeface="微軟正黑體" pitchFamily="34" charset="-120"/>
                <a:ea typeface="微軟正黑體" pitchFamily="34" charset="-120"/>
              </a:rPr>
              <a:t>璞真的建物健檢</a:t>
            </a:r>
          </a:p>
        </p:txBody>
      </p:sp>
      <p:sp>
        <p:nvSpPr>
          <p:cNvPr id="15365" name="矩形 6"/>
          <p:cNvSpPr>
            <a:spLocks noChangeArrowheads="1"/>
          </p:cNvSpPr>
          <p:nvPr/>
        </p:nvSpPr>
        <p:spPr bwMode="auto">
          <a:xfrm>
            <a:off x="3779838" y="549275"/>
            <a:ext cx="4824412" cy="922338"/>
          </a:xfrm>
          <a:prstGeom prst="rect">
            <a:avLst/>
          </a:prstGeom>
          <a:noFill/>
          <a:ln w="9525">
            <a:noFill/>
            <a:miter lim="800000"/>
            <a:headEnd/>
            <a:tailEnd/>
          </a:ln>
        </p:spPr>
        <p:txBody>
          <a:bodyPr>
            <a:spAutoFit/>
          </a:bodyPr>
          <a:lstStyle/>
          <a:p>
            <a:r>
              <a:rPr lang="zh-TW" altLang="en-US">
                <a:latin typeface="微軟正黑體" pitchFamily="34" charset="-120"/>
                <a:ea typeface="微軟正黑體" pitchFamily="34" charset="-120"/>
              </a:rPr>
              <a:t>個案</a:t>
            </a:r>
            <a:r>
              <a:rPr lang="zh-TW" altLang="zh-TW">
                <a:latin typeface="微軟正黑體" pitchFamily="34" charset="-120"/>
                <a:ea typeface="微軟正黑體" pitchFamily="34" charset="-120"/>
              </a:rPr>
              <a:t>完工</a:t>
            </a:r>
            <a:r>
              <a:rPr lang="zh-TW" altLang="en-US">
                <a:latin typeface="微軟正黑體" pitchFamily="34" charset="-120"/>
                <a:ea typeface="微軟正黑體" pitchFamily="34" charset="-120"/>
              </a:rPr>
              <a:t>後，璞真</a:t>
            </a:r>
            <a:r>
              <a:rPr lang="zh-TW" altLang="zh-TW">
                <a:latin typeface="微軟正黑體" pitchFamily="34" charset="-120"/>
                <a:ea typeface="微軟正黑體" pitchFamily="34" charset="-120"/>
              </a:rPr>
              <a:t>至社區點檢公設項目，主動提示社區注意事項並協助完成改善，</a:t>
            </a:r>
            <a:r>
              <a:rPr lang="zh-TW" altLang="en-US">
                <a:latin typeface="微軟正黑體" pitchFamily="34" charset="-120"/>
                <a:ea typeface="微軟正黑體" pitchFamily="34" charset="-120"/>
              </a:rPr>
              <a:t>協助社區</a:t>
            </a:r>
            <a:r>
              <a:rPr lang="zh-TW" altLang="zh-TW">
                <a:latin typeface="微軟正黑體" pitchFamily="34" charset="-120"/>
                <a:ea typeface="微軟正黑體" pitchFamily="34" charset="-120"/>
              </a:rPr>
              <a:t>營運</a:t>
            </a:r>
            <a:r>
              <a:rPr lang="zh-TW" altLang="en-US">
                <a:latin typeface="微軟正黑體" pitchFamily="34" charset="-120"/>
                <a:ea typeface="微軟正黑體" pitchFamily="34" charset="-120"/>
              </a:rPr>
              <a:t>順暢</a:t>
            </a:r>
            <a:r>
              <a:rPr lang="zh-TW" altLang="zh-TW">
                <a:latin typeface="微軟正黑體" pitchFamily="34" charset="-120"/>
                <a:ea typeface="微軟正黑體" pitchFamily="34" charset="-120"/>
              </a:rPr>
              <a:t>和客戶滿意度。</a:t>
            </a:r>
            <a:endParaRPr lang="zh-TW" altLang="en-US">
              <a:latin typeface="微軟正黑體" pitchFamily="34" charset="-120"/>
              <a:ea typeface="微軟正黑體" pitchFamily="34" charset="-12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線接點 4"/>
          <p:cNvCxnSpPr/>
          <p:nvPr/>
        </p:nvCxnSpPr>
        <p:spPr>
          <a:xfrm>
            <a:off x="107504" y="981075"/>
            <a:ext cx="7992888" cy="0"/>
          </a:xfrm>
          <a:prstGeom prst="line">
            <a:avLst/>
          </a:prstGeom>
          <a:ln w="15875">
            <a:gradFill flip="none" rotWithShape="1">
              <a:gsLst>
                <a:gs pos="0">
                  <a:srgbClr val="5E9EFF"/>
                </a:gs>
                <a:gs pos="39999">
                  <a:srgbClr val="85C2FF"/>
                </a:gs>
                <a:gs pos="70000">
                  <a:srgbClr val="C4D6EB"/>
                </a:gs>
                <a:gs pos="100000">
                  <a:srgbClr val="FFEBFA"/>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2771775" y="2924175"/>
            <a:ext cx="3600450" cy="585788"/>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spAutoFit/>
          </a:bodyPr>
          <a:lstStyle/>
          <a:p>
            <a:pPr algn="ctr">
              <a:defRPr/>
            </a:pPr>
            <a:r>
              <a:rPr lang="zh-TW" altLang="en-US" sz="3200" b="1" dirty="0">
                <a:latin typeface="微軟正黑體" pitchFamily="34" charset="-120"/>
                <a:ea typeface="微軟正黑體" pitchFamily="34" charset="-120"/>
              </a:rPr>
              <a:t>感　　謝</a:t>
            </a:r>
            <a:endParaRPr lang="en-US" altLang="zh-TW" sz="3200" b="1" dirty="0">
              <a:latin typeface="微軟正黑體" pitchFamily="34" charset="-120"/>
              <a:ea typeface="微軟正黑體" pitchFamily="34" charset="-120"/>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壁窗">
  <a:themeElements>
    <a:clrScheme name="公正">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壁窗">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壁窗">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docProps/app.xml><?xml version="1.0" encoding="utf-8"?>
<Properties xmlns="http://schemas.openxmlformats.org/officeDocument/2006/extended-properties" xmlns:vt="http://schemas.openxmlformats.org/officeDocument/2006/docPropsVTypes">
  <Template/>
  <TotalTime>1885</TotalTime>
  <Words>467</Words>
  <Application>Microsoft Office PowerPoint</Application>
  <PresentationFormat>如螢幕大小 (4:3)</PresentationFormat>
  <Paragraphs>65</Paragraphs>
  <Slides>22</Slides>
  <Notes>0</Notes>
  <HiddenSlides>0</HiddenSlides>
  <MMClips>0</MMClips>
  <ScaleCrop>false</ScaleCrop>
  <HeadingPairs>
    <vt:vector size="4" baseType="variant">
      <vt:variant>
        <vt:lpstr>佈景主題</vt:lpstr>
      </vt:variant>
      <vt:variant>
        <vt:i4>1</vt:i4>
      </vt:variant>
      <vt:variant>
        <vt:lpstr>投影片標題</vt:lpstr>
      </vt:variant>
      <vt:variant>
        <vt:i4>22</vt:i4>
      </vt:variant>
    </vt:vector>
  </HeadingPairs>
  <TitlesOfParts>
    <vt:vector size="23" baseType="lpstr">
      <vt:lpstr>壁窗</vt:lpstr>
      <vt:lpstr>璞真建設 │ 勤 儉 誠 信 追 求 卓 越</vt:lpstr>
      <vt:lpstr>投影片 2</vt:lpstr>
      <vt:lpstr>投影片 3</vt:lpstr>
      <vt:lpstr>投影片 4</vt:lpstr>
      <vt:lpstr>投影片 5</vt:lpstr>
      <vt:lpstr>投影片 6</vt:lpstr>
      <vt:lpstr>投影片 7</vt:lpstr>
      <vt:lpstr>投影片 8</vt:lpstr>
      <vt:lpstr>投影片 9</vt:lpstr>
      <vt:lpstr>投影片 10</vt:lpstr>
      <vt:lpstr>投影片 11</vt:lpstr>
      <vt:lpstr>投影片 12</vt:lpstr>
      <vt:lpstr>投影片 13</vt:lpstr>
      <vt:lpstr>投影片 14</vt:lpstr>
      <vt:lpstr>投影片 15</vt:lpstr>
      <vt:lpstr>投影片 16</vt:lpstr>
      <vt:lpstr>投影片 17</vt:lpstr>
      <vt:lpstr>投影片 18</vt:lpstr>
      <vt:lpstr>投影片 19</vt:lpstr>
      <vt:lpstr>投影片 20</vt:lpstr>
      <vt:lpstr>投影片 21</vt:lpstr>
      <vt:lpstr>投影片 22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投影片 1</dc:title>
  <dc:creator>chienchun_wang</dc:creator>
  <cp:lastModifiedBy>王千純</cp:lastModifiedBy>
  <cp:revision>255</cp:revision>
  <dcterms:created xsi:type="dcterms:W3CDTF">2014-07-21T09:48:09Z</dcterms:created>
  <dcterms:modified xsi:type="dcterms:W3CDTF">2024-03-04T02:35:05Z</dcterms:modified>
</cp:coreProperties>
</file>